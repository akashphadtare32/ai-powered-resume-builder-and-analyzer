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672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963" y="99821"/>
            <a:ext cx="4525645" cy="628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839" y="128397"/>
            <a:ext cx="119583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6847" y="1643887"/>
            <a:ext cx="8860155" cy="3866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12204700" cy="1957705"/>
            <a:chOff x="-6350" y="-6350"/>
            <a:chExt cx="12204700" cy="195770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11867896" y="0"/>
                  </a:moveTo>
                  <a:lnTo>
                    <a:pt x="324104" y="0"/>
                  </a:lnTo>
                  <a:lnTo>
                    <a:pt x="276211" y="3515"/>
                  </a:lnTo>
                  <a:lnTo>
                    <a:pt x="230499" y="13726"/>
                  </a:lnTo>
                  <a:lnTo>
                    <a:pt x="187471" y="30131"/>
                  </a:lnTo>
                  <a:lnTo>
                    <a:pt x="147627" y="52228"/>
                  </a:lnTo>
                  <a:lnTo>
                    <a:pt x="111469" y="79515"/>
                  </a:lnTo>
                  <a:lnTo>
                    <a:pt x="79498" y="111490"/>
                  </a:lnTo>
                  <a:lnTo>
                    <a:pt x="52216" y="147650"/>
                  </a:lnTo>
                  <a:lnTo>
                    <a:pt x="30123" y="187493"/>
                  </a:lnTo>
                  <a:lnTo>
                    <a:pt x="13722" y="230518"/>
                  </a:lnTo>
                  <a:lnTo>
                    <a:pt x="3514" y="276222"/>
                  </a:lnTo>
                  <a:lnTo>
                    <a:pt x="0" y="324103"/>
                  </a:lnTo>
                  <a:lnTo>
                    <a:pt x="0" y="1620520"/>
                  </a:lnTo>
                  <a:lnTo>
                    <a:pt x="3514" y="1668401"/>
                  </a:lnTo>
                  <a:lnTo>
                    <a:pt x="13722" y="1714105"/>
                  </a:lnTo>
                  <a:lnTo>
                    <a:pt x="30123" y="1757130"/>
                  </a:lnTo>
                  <a:lnTo>
                    <a:pt x="52216" y="1796973"/>
                  </a:lnTo>
                  <a:lnTo>
                    <a:pt x="79498" y="1833133"/>
                  </a:lnTo>
                  <a:lnTo>
                    <a:pt x="111469" y="1865108"/>
                  </a:lnTo>
                  <a:lnTo>
                    <a:pt x="147627" y="1892395"/>
                  </a:lnTo>
                  <a:lnTo>
                    <a:pt x="187471" y="1914492"/>
                  </a:lnTo>
                  <a:lnTo>
                    <a:pt x="230499" y="1930897"/>
                  </a:lnTo>
                  <a:lnTo>
                    <a:pt x="276211" y="1941108"/>
                  </a:lnTo>
                  <a:lnTo>
                    <a:pt x="324104" y="1944624"/>
                  </a:lnTo>
                  <a:lnTo>
                    <a:pt x="11867896" y="1944624"/>
                  </a:lnTo>
                  <a:lnTo>
                    <a:pt x="11915777" y="1941108"/>
                  </a:lnTo>
                  <a:lnTo>
                    <a:pt x="11961481" y="1930897"/>
                  </a:lnTo>
                  <a:lnTo>
                    <a:pt x="12004506" y="1914492"/>
                  </a:lnTo>
                  <a:lnTo>
                    <a:pt x="12044349" y="1892395"/>
                  </a:lnTo>
                  <a:lnTo>
                    <a:pt x="12080509" y="1865108"/>
                  </a:lnTo>
                  <a:lnTo>
                    <a:pt x="12112484" y="1833133"/>
                  </a:lnTo>
                  <a:lnTo>
                    <a:pt x="12139771" y="1796973"/>
                  </a:lnTo>
                  <a:lnTo>
                    <a:pt x="12161868" y="1757130"/>
                  </a:lnTo>
                  <a:lnTo>
                    <a:pt x="12178273" y="1714105"/>
                  </a:lnTo>
                  <a:lnTo>
                    <a:pt x="12188484" y="1668401"/>
                  </a:lnTo>
                  <a:lnTo>
                    <a:pt x="12192000" y="1620520"/>
                  </a:lnTo>
                  <a:lnTo>
                    <a:pt x="12192000" y="324103"/>
                  </a:lnTo>
                  <a:lnTo>
                    <a:pt x="12188484" y="276222"/>
                  </a:lnTo>
                  <a:lnTo>
                    <a:pt x="12178273" y="230518"/>
                  </a:lnTo>
                  <a:lnTo>
                    <a:pt x="12161868" y="187493"/>
                  </a:lnTo>
                  <a:lnTo>
                    <a:pt x="12139771" y="147650"/>
                  </a:lnTo>
                  <a:lnTo>
                    <a:pt x="12112484" y="111490"/>
                  </a:lnTo>
                  <a:lnTo>
                    <a:pt x="12080509" y="79515"/>
                  </a:lnTo>
                  <a:lnTo>
                    <a:pt x="12044349" y="52228"/>
                  </a:lnTo>
                  <a:lnTo>
                    <a:pt x="12004506" y="30131"/>
                  </a:lnTo>
                  <a:lnTo>
                    <a:pt x="11961481" y="13726"/>
                  </a:lnTo>
                  <a:lnTo>
                    <a:pt x="11915777" y="3515"/>
                  </a:lnTo>
                  <a:lnTo>
                    <a:pt x="1186789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324103"/>
                  </a:moveTo>
                  <a:lnTo>
                    <a:pt x="3514" y="276222"/>
                  </a:lnTo>
                  <a:lnTo>
                    <a:pt x="13722" y="230518"/>
                  </a:lnTo>
                  <a:lnTo>
                    <a:pt x="30123" y="187493"/>
                  </a:lnTo>
                  <a:lnTo>
                    <a:pt x="52216" y="147650"/>
                  </a:lnTo>
                  <a:lnTo>
                    <a:pt x="79498" y="111490"/>
                  </a:lnTo>
                  <a:lnTo>
                    <a:pt x="111469" y="79515"/>
                  </a:lnTo>
                  <a:lnTo>
                    <a:pt x="147627" y="52228"/>
                  </a:lnTo>
                  <a:lnTo>
                    <a:pt x="187471" y="30131"/>
                  </a:lnTo>
                  <a:lnTo>
                    <a:pt x="230499" y="13726"/>
                  </a:lnTo>
                  <a:lnTo>
                    <a:pt x="276211" y="3515"/>
                  </a:lnTo>
                  <a:lnTo>
                    <a:pt x="324104" y="0"/>
                  </a:lnTo>
                  <a:lnTo>
                    <a:pt x="11867896" y="0"/>
                  </a:lnTo>
                  <a:lnTo>
                    <a:pt x="11915777" y="3515"/>
                  </a:lnTo>
                  <a:lnTo>
                    <a:pt x="11961481" y="13726"/>
                  </a:lnTo>
                  <a:lnTo>
                    <a:pt x="12004506" y="30131"/>
                  </a:lnTo>
                  <a:lnTo>
                    <a:pt x="12044349" y="52228"/>
                  </a:lnTo>
                  <a:lnTo>
                    <a:pt x="12080509" y="79515"/>
                  </a:lnTo>
                  <a:lnTo>
                    <a:pt x="12112484" y="111490"/>
                  </a:lnTo>
                  <a:lnTo>
                    <a:pt x="12139771" y="147650"/>
                  </a:lnTo>
                  <a:lnTo>
                    <a:pt x="12161868" y="187493"/>
                  </a:lnTo>
                  <a:lnTo>
                    <a:pt x="12178273" y="230518"/>
                  </a:lnTo>
                  <a:lnTo>
                    <a:pt x="12188484" y="276222"/>
                  </a:lnTo>
                  <a:lnTo>
                    <a:pt x="12192000" y="324103"/>
                  </a:lnTo>
                  <a:lnTo>
                    <a:pt x="12192000" y="1620520"/>
                  </a:lnTo>
                  <a:lnTo>
                    <a:pt x="12188484" y="1668401"/>
                  </a:lnTo>
                  <a:lnTo>
                    <a:pt x="12178273" y="1714105"/>
                  </a:lnTo>
                  <a:lnTo>
                    <a:pt x="12161868" y="1757130"/>
                  </a:lnTo>
                  <a:lnTo>
                    <a:pt x="12139771" y="1796973"/>
                  </a:lnTo>
                  <a:lnTo>
                    <a:pt x="12112484" y="1833133"/>
                  </a:lnTo>
                  <a:lnTo>
                    <a:pt x="12080509" y="1865108"/>
                  </a:lnTo>
                  <a:lnTo>
                    <a:pt x="12044349" y="1892395"/>
                  </a:lnTo>
                  <a:lnTo>
                    <a:pt x="12004506" y="1914492"/>
                  </a:lnTo>
                  <a:lnTo>
                    <a:pt x="11961481" y="1930897"/>
                  </a:lnTo>
                  <a:lnTo>
                    <a:pt x="11915777" y="1941108"/>
                  </a:lnTo>
                  <a:lnTo>
                    <a:pt x="11867896" y="1944624"/>
                  </a:lnTo>
                  <a:lnTo>
                    <a:pt x="324104" y="1944624"/>
                  </a:lnTo>
                  <a:lnTo>
                    <a:pt x="276211" y="1941108"/>
                  </a:lnTo>
                  <a:lnTo>
                    <a:pt x="230499" y="1930897"/>
                  </a:lnTo>
                  <a:lnTo>
                    <a:pt x="187471" y="1914492"/>
                  </a:lnTo>
                  <a:lnTo>
                    <a:pt x="147627" y="1892395"/>
                  </a:lnTo>
                  <a:lnTo>
                    <a:pt x="111469" y="1865108"/>
                  </a:lnTo>
                  <a:lnTo>
                    <a:pt x="79498" y="1833133"/>
                  </a:lnTo>
                  <a:lnTo>
                    <a:pt x="52216" y="1796973"/>
                  </a:lnTo>
                  <a:lnTo>
                    <a:pt x="30123" y="1757130"/>
                  </a:lnTo>
                  <a:lnTo>
                    <a:pt x="13722" y="1714105"/>
                  </a:lnTo>
                  <a:lnTo>
                    <a:pt x="3514" y="1668401"/>
                  </a:lnTo>
                  <a:lnTo>
                    <a:pt x="0" y="1620520"/>
                  </a:lnTo>
                  <a:lnTo>
                    <a:pt x="0" y="324103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94077" y="-1641"/>
            <a:ext cx="8395970" cy="8858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345"/>
              </a:spcBef>
            </a:pPr>
            <a:r>
              <a:rPr sz="2400" spc="-20" dirty="0"/>
              <a:t>DKSS</a:t>
            </a:r>
            <a:endParaRPr sz="2400"/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2800" dirty="0"/>
              <a:t>Dattakala</a:t>
            </a:r>
            <a:r>
              <a:rPr sz="2800" spc="-60" dirty="0"/>
              <a:t> </a:t>
            </a:r>
            <a:r>
              <a:rPr sz="2800" dirty="0"/>
              <a:t>Group</a:t>
            </a:r>
            <a:r>
              <a:rPr sz="2800" spc="-80" dirty="0"/>
              <a:t> </a:t>
            </a:r>
            <a:r>
              <a:rPr sz="2800" dirty="0"/>
              <a:t>of</a:t>
            </a:r>
            <a:r>
              <a:rPr sz="2800" spc="-65" dirty="0"/>
              <a:t> </a:t>
            </a:r>
            <a:r>
              <a:rPr sz="2800" dirty="0"/>
              <a:t>Institutions</a:t>
            </a:r>
            <a:r>
              <a:rPr sz="2800" spc="-80" dirty="0"/>
              <a:t> </a:t>
            </a:r>
            <a:r>
              <a:rPr sz="2800" dirty="0"/>
              <a:t>Faculty</a:t>
            </a:r>
            <a:r>
              <a:rPr sz="2800" spc="-80" dirty="0"/>
              <a:t> </a:t>
            </a:r>
            <a:r>
              <a:rPr sz="2800" dirty="0"/>
              <a:t>of</a:t>
            </a:r>
            <a:r>
              <a:rPr sz="2800" spc="-80" dirty="0"/>
              <a:t> </a:t>
            </a:r>
            <a:r>
              <a:rPr sz="2800" spc="-10" dirty="0"/>
              <a:t>Engineering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3590671" y="865377"/>
            <a:ext cx="5008245" cy="278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F58A3A"/>
                </a:solidFill>
                <a:uFill>
                  <a:solidFill>
                    <a:srgbClr val="F58A3A"/>
                  </a:solidFill>
                </a:uFill>
                <a:latin typeface="Times New Roman"/>
                <a:cs typeface="Times New Roman"/>
              </a:rPr>
              <a:t>Department</a:t>
            </a:r>
            <a:r>
              <a:rPr sz="2400" b="1" u="sng" spc="-75" dirty="0">
                <a:solidFill>
                  <a:srgbClr val="F58A3A"/>
                </a:solidFill>
                <a:uFill>
                  <a:solidFill>
                    <a:srgbClr val="F58A3A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F58A3A"/>
                </a:solidFill>
                <a:uFill>
                  <a:solidFill>
                    <a:srgbClr val="F58A3A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2400" b="1" u="sng" spc="-70" dirty="0">
                <a:solidFill>
                  <a:srgbClr val="F58A3A"/>
                </a:solidFill>
                <a:uFill>
                  <a:solidFill>
                    <a:srgbClr val="F58A3A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F58A3A"/>
                </a:solidFill>
                <a:uFill>
                  <a:solidFill>
                    <a:srgbClr val="F58A3A"/>
                  </a:solidFill>
                </a:uFill>
                <a:latin typeface="Times New Roman"/>
                <a:cs typeface="Times New Roman"/>
              </a:rPr>
              <a:t>Computer</a:t>
            </a:r>
            <a:r>
              <a:rPr sz="2400" b="1" u="sng" spc="-100" dirty="0">
                <a:solidFill>
                  <a:srgbClr val="F58A3A"/>
                </a:solidFill>
                <a:uFill>
                  <a:solidFill>
                    <a:srgbClr val="F58A3A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solidFill>
                  <a:srgbClr val="F58A3A"/>
                </a:solidFill>
                <a:uFill>
                  <a:solidFill>
                    <a:srgbClr val="F58A3A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2400" b="1" spc="-10" dirty="0">
                <a:solidFill>
                  <a:srgbClr val="F58A3A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Savitribai</a:t>
            </a:r>
            <a:r>
              <a:rPr sz="24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Phule</a:t>
            </a:r>
            <a:r>
              <a:rPr sz="24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Pune</a:t>
            </a:r>
            <a:r>
              <a:rPr sz="2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University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400">
              <a:latin typeface="Times New Roman"/>
              <a:cs typeface="Times New Roman"/>
            </a:endParaRPr>
          </a:p>
          <a:p>
            <a:pPr marL="774700" marR="765175" algn="ctr">
              <a:lnSpc>
                <a:spcPct val="110000"/>
              </a:lnSpc>
            </a:pPr>
            <a:r>
              <a:rPr sz="2400" b="1" dirty="0">
                <a:latin typeface="Times New Roman"/>
                <a:cs typeface="Times New Roman"/>
              </a:rPr>
              <a:t>Academic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Year: </a:t>
            </a:r>
            <a:r>
              <a:rPr sz="2400" b="1" spc="-10" dirty="0">
                <a:latin typeface="Times New Roman"/>
                <a:cs typeface="Times New Roman"/>
              </a:rPr>
              <a:t>2025-</a:t>
            </a:r>
            <a:r>
              <a:rPr sz="2400" b="1" spc="-20" dirty="0">
                <a:latin typeface="Times New Roman"/>
                <a:cs typeface="Times New Roman"/>
              </a:rPr>
              <a:t>2026 </a:t>
            </a:r>
            <a:r>
              <a:rPr sz="2400" b="1" dirty="0">
                <a:latin typeface="Times New Roman"/>
                <a:cs typeface="Times New Roman"/>
              </a:rPr>
              <a:t>Project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Review</a:t>
            </a:r>
            <a:endParaRPr sz="24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  <a:spcBef>
                <a:spcPts val="290"/>
              </a:spcBef>
            </a:pPr>
            <a:r>
              <a:rPr sz="2400" b="1" spc="-25" dirty="0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290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“AI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Powered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Resume</a:t>
            </a:r>
            <a:r>
              <a:rPr sz="2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Builder/Analyzer”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3172" y="3957294"/>
            <a:ext cx="3815715" cy="203771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34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354965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Akash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Ashok</a:t>
            </a:r>
            <a:r>
              <a:rPr sz="2000" b="1" spc="-10" dirty="0">
                <a:latin typeface="Times New Roman"/>
                <a:cs typeface="Times New Roman"/>
              </a:rPr>
              <a:t> Phadtare(60)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Abhijit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Sanjay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Thorat(50)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Ganesh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Motiram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Jadhav(22)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Shubham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Dattatray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Jadhav(62)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Shrikant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Nagnath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Kadam(58)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9981" y="3957294"/>
            <a:ext cx="19411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1454">
              <a:lnSpc>
                <a:spcPct val="11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Guided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 </a:t>
            </a:r>
            <a:r>
              <a:rPr sz="2000" b="1" dirty="0">
                <a:latin typeface="Times New Roman"/>
                <a:cs typeface="Times New Roman"/>
              </a:rPr>
              <a:t>Prof.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40" dirty="0">
                <a:latin typeface="Times New Roman"/>
                <a:cs typeface="Times New Roman"/>
              </a:rPr>
              <a:t>Dr.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Bere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S.S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88730" y="4962524"/>
            <a:ext cx="2397125" cy="69723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345"/>
              </a:spcBef>
            </a:pPr>
            <a:r>
              <a:rPr sz="2000" b="1" dirty="0">
                <a:latin typeface="Times New Roman"/>
                <a:cs typeface="Times New Roman"/>
              </a:rPr>
              <a:t>Co-Guided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dirty="0">
                <a:latin typeface="Times New Roman"/>
                <a:cs typeface="Times New Roman"/>
              </a:rPr>
              <a:t>Prof.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Miss.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Jagtap</a:t>
            </a:r>
            <a:r>
              <a:rPr sz="2000" b="1" spc="-30" dirty="0">
                <a:latin typeface="Times New Roman"/>
                <a:cs typeface="Times New Roman"/>
              </a:rPr>
              <a:t> P.S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18303" y="5973267"/>
            <a:ext cx="2008505" cy="629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Project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Coordinator </a:t>
            </a:r>
            <a:r>
              <a:rPr sz="1800" b="1" dirty="0">
                <a:latin typeface="Times New Roman"/>
                <a:cs typeface="Times New Roman"/>
              </a:rPr>
              <a:t>(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Prof.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Dalavi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M.T.)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9352" y="303275"/>
            <a:ext cx="11917045" cy="1719580"/>
            <a:chOff x="149352" y="303275"/>
            <a:chExt cx="11917045" cy="1719580"/>
          </a:xfrm>
        </p:grpSpPr>
        <p:sp>
          <p:nvSpPr>
            <p:cNvPr id="12" name="object 12"/>
            <p:cNvSpPr/>
            <p:nvPr/>
          </p:nvSpPr>
          <p:spPr>
            <a:xfrm>
              <a:off x="278130" y="2003297"/>
              <a:ext cx="11788140" cy="0"/>
            </a:xfrm>
            <a:custGeom>
              <a:avLst/>
              <a:gdLst/>
              <a:ahLst/>
              <a:cxnLst/>
              <a:rect l="l" t="t" r="r" b="b"/>
              <a:pathLst>
                <a:path w="11788140">
                  <a:moveTo>
                    <a:pt x="0" y="0"/>
                  </a:moveTo>
                  <a:lnTo>
                    <a:pt x="11788013" y="0"/>
                  </a:lnTo>
                </a:path>
              </a:pathLst>
            </a:custGeom>
            <a:ln w="38100">
              <a:solidFill>
                <a:srgbClr val="F58A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52" y="303275"/>
              <a:ext cx="1581911" cy="134112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8920" y="303275"/>
              <a:ext cx="1656587" cy="13411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9160" y="1168908"/>
            <a:ext cx="5733415" cy="955675"/>
          </a:xfrm>
          <a:custGeom>
            <a:avLst/>
            <a:gdLst/>
            <a:ahLst/>
            <a:cxnLst/>
            <a:rect l="l" t="t" r="r" b="b"/>
            <a:pathLst>
              <a:path w="5733415" h="955675">
                <a:moveTo>
                  <a:pt x="5574030" y="0"/>
                </a:moveTo>
                <a:lnTo>
                  <a:pt x="159258" y="0"/>
                </a:lnTo>
                <a:lnTo>
                  <a:pt x="108918" y="8113"/>
                </a:lnTo>
                <a:lnTo>
                  <a:pt x="65200" y="30711"/>
                </a:lnTo>
                <a:lnTo>
                  <a:pt x="30726" y="65178"/>
                </a:lnTo>
                <a:lnTo>
                  <a:pt x="8118" y="108898"/>
                </a:lnTo>
                <a:lnTo>
                  <a:pt x="0" y="159257"/>
                </a:lnTo>
                <a:lnTo>
                  <a:pt x="0" y="796289"/>
                </a:lnTo>
                <a:lnTo>
                  <a:pt x="8118" y="846649"/>
                </a:lnTo>
                <a:lnTo>
                  <a:pt x="30726" y="890369"/>
                </a:lnTo>
                <a:lnTo>
                  <a:pt x="65200" y="924836"/>
                </a:lnTo>
                <a:lnTo>
                  <a:pt x="108918" y="947434"/>
                </a:lnTo>
                <a:lnTo>
                  <a:pt x="159258" y="955547"/>
                </a:lnTo>
                <a:lnTo>
                  <a:pt x="5574030" y="955547"/>
                </a:lnTo>
                <a:lnTo>
                  <a:pt x="5624389" y="947434"/>
                </a:lnTo>
                <a:lnTo>
                  <a:pt x="5668109" y="924836"/>
                </a:lnTo>
                <a:lnTo>
                  <a:pt x="5702576" y="890369"/>
                </a:lnTo>
                <a:lnTo>
                  <a:pt x="5725174" y="846649"/>
                </a:lnTo>
                <a:lnTo>
                  <a:pt x="5733288" y="796289"/>
                </a:lnTo>
                <a:lnTo>
                  <a:pt x="5733288" y="159257"/>
                </a:lnTo>
                <a:lnTo>
                  <a:pt x="5725174" y="108898"/>
                </a:lnTo>
                <a:lnTo>
                  <a:pt x="5702576" y="65178"/>
                </a:lnTo>
                <a:lnTo>
                  <a:pt x="5668109" y="30711"/>
                </a:lnTo>
                <a:lnTo>
                  <a:pt x="5624389" y="8113"/>
                </a:lnTo>
                <a:lnTo>
                  <a:pt x="557403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40688" y="1379600"/>
            <a:ext cx="1956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9160" y="2270760"/>
            <a:ext cx="5733415" cy="955675"/>
          </a:xfrm>
          <a:custGeom>
            <a:avLst/>
            <a:gdLst/>
            <a:ahLst/>
            <a:cxnLst/>
            <a:rect l="l" t="t" r="r" b="b"/>
            <a:pathLst>
              <a:path w="5733415" h="955675">
                <a:moveTo>
                  <a:pt x="5574030" y="0"/>
                </a:moveTo>
                <a:lnTo>
                  <a:pt x="159258" y="0"/>
                </a:lnTo>
                <a:lnTo>
                  <a:pt x="108918" y="8113"/>
                </a:lnTo>
                <a:lnTo>
                  <a:pt x="65200" y="30711"/>
                </a:lnTo>
                <a:lnTo>
                  <a:pt x="30726" y="65178"/>
                </a:lnTo>
                <a:lnTo>
                  <a:pt x="8118" y="108898"/>
                </a:lnTo>
                <a:lnTo>
                  <a:pt x="0" y="159257"/>
                </a:lnTo>
                <a:lnTo>
                  <a:pt x="0" y="796289"/>
                </a:lnTo>
                <a:lnTo>
                  <a:pt x="8118" y="846649"/>
                </a:lnTo>
                <a:lnTo>
                  <a:pt x="30726" y="890369"/>
                </a:lnTo>
                <a:lnTo>
                  <a:pt x="65200" y="924836"/>
                </a:lnTo>
                <a:lnTo>
                  <a:pt x="108918" y="947434"/>
                </a:lnTo>
                <a:lnTo>
                  <a:pt x="159258" y="955548"/>
                </a:lnTo>
                <a:lnTo>
                  <a:pt x="5574030" y="955548"/>
                </a:lnTo>
                <a:lnTo>
                  <a:pt x="5624389" y="947434"/>
                </a:lnTo>
                <a:lnTo>
                  <a:pt x="5668109" y="924836"/>
                </a:lnTo>
                <a:lnTo>
                  <a:pt x="5702576" y="890369"/>
                </a:lnTo>
                <a:lnTo>
                  <a:pt x="5725174" y="846649"/>
                </a:lnTo>
                <a:lnTo>
                  <a:pt x="5733288" y="796289"/>
                </a:lnTo>
                <a:lnTo>
                  <a:pt x="5733288" y="159257"/>
                </a:lnTo>
                <a:lnTo>
                  <a:pt x="5725174" y="108898"/>
                </a:lnTo>
                <a:lnTo>
                  <a:pt x="5702576" y="65178"/>
                </a:lnTo>
                <a:lnTo>
                  <a:pt x="5668109" y="30711"/>
                </a:lnTo>
                <a:lnTo>
                  <a:pt x="5624389" y="8113"/>
                </a:lnTo>
                <a:lnTo>
                  <a:pt x="557403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40688" y="2502535"/>
            <a:ext cx="1488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Rationale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9160" y="3372611"/>
            <a:ext cx="5733415" cy="954405"/>
          </a:xfrm>
          <a:custGeom>
            <a:avLst/>
            <a:gdLst/>
            <a:ahLst/>
            <a:cxnLst/>
            <a:rect l="l" t="t" r="r" b="b"/>
            <a:pathLst>
              <a:path w="5733415" h="954404">
                <a:moveTo>
                  <a:pt x="5574284" y="0"/>
                </a:moveTo>
                <a:lnTo>
                  <a:pt x="159003" y="0"/>
                </a:lnTo>
                <a:lnTo>
                  <a:pt x="108749" y="8111"/>
                </a:lnTo>
                <a:lnTo>
                  <a:pt x="65101" y="30695"/>
                </a:lnTo>
                <a:lnTo>
                  <a:pt x="30680" y="65123"/>
                </a:lnTo>
                <a:lnTo>
                  <a:pt x="8106" y="108768"/>
                </a:lnTo>
                <a:lnTo>
                  <a:pt x="0" y="159003"/>
                </a:lnTo>
                <a:lnTo>
                  <a:pt x="0" y="795019"/>
                </a:lnTo>
                <a:lnTo>
                  <a:pt x="8106" y="845255"/>
                </a:lnTo>
                <a:lnTo>
                  <a:pt x="30680" y="888900"/>
                </a:lnTo>
                <a:lnTo>
                  <a:pt x="65101" y="923328"/>
                </a:lnTo>
                <a:lnTo>
                  <a:pt x="108749" y="945912"/>
                </a:lnTo>
                <a:lnTo>
                  <a:pt x="159003" y="954024"/>
                </a:lnTo>
                <a:lnTo>
                  <a:pt x="5574284" y="954024"/>
                </a:lnTo>
                <a:lnTo>
                  <a:pt x="5624519" y="945912"/>
                </a:lnTo>
                <a:lnTo>
                  <a:pt x="5668164" y="923328"/>
                </a:lnTo>
                <a:lnTo>
                  <a:pt x="5702592" y="888900"/>
                </a:lnTo>
                <a:lnTo>
                  <a:pt x="5725176" y="845255"/>
                </a:lnTo>
                <a:lnTo>
                  <a:pt x="5733288" y="795019"/>
                </a:lnTo>
                <a:lnTo>
                  <a:pt x="5733288" y="159003"/>
                </a:lnTo>
                <a:lnTo>
                  <a:pt x="5725176" y="108768"/>
                </a:lnTo>
                <a:lnTo>
                  <a:pt x="5702592" y="65123"/>
                </a:lnTo>
                <a:lnTo>
                  <a:pt x="5668164" y="30695"/>
                </a:lnTo>
                <a:lnTo>
                  <a:pt x="5624519" y="8111"/>
                </a:lnTo>
                <a:lnTo>
                  <a:pt x="557428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40688" y="3583304"/>
            <a:ext cx="2792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Literature</a:t>
            </a:r>
            <a:r>
              <a:rPr sz="2800" b="1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Review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9160" y="4474464"/>
            <a:ext cx="5733415" cy="954405"/>
          </a:xfrm>
          <a:custGeom>
            <a:avLst/>
            <a:gdLst/>
            <a:ahLst/>
            <a:cxnLst/>
            <a:rect l="l" t="t" r="r" b="b"/>
            <a:pathLst>
              <a:path w="5733415" h="954404">
                <a:moveTo>
                  <a:pt x="5574284" y="0"/>
                </a:moveTo>
                <a:lnTo>
                  <a:pt x="159003" y="0"/>
                </a:lnTo>
                <a:lnTo>
                  <a:pt x="108749" y="8111"/>
                </a:lnTo>
                <a:lnTo>
                  <a:pt x="65101" y="30695"/>
                </a:lnTo>
                <a:lnTo>
                  <a:pt x="30680" y="65123"/>
                </a:lnTo>
                <a:lnTo>
                  <a:pt x="8106" y="108768"/>
                </a:lnTo>
                <a:lnTo>
                  <a:pt x="0" y="159004"/>
                </a:lnTo>
                <a:lnTo>
                  <a:pt x="0" y="795020"/>
                </a:lnTo>
                <a:lnTo>
                  <a:pt x="8106" y="845255"/>
                </a:lnTo>
                <a:lnTo>
                  <a:pt x="30680" y="888900"/>
                </a:lnTo>
                <a:lnTo>
                  <a:pt x="65101" y="923328"/>
                </a:lnTo>
                <a:lnTo>
                  <a:pt x="108749" y="945912"/>
                </a:lnTo>
                <a:lnTo>
                  <a:pt x="159003" y="954024"/>
                </a:lnTo>
                <a:lnTo>
                  <a:pt x="5574284" y="954024"/>
                </a:lnTo>
                <a:lnTo>
                  <a:pt x="5624519" y="945912"/>
                </a:lnTo>
                <a:lnTo>
                  <a:pt x="5668164" y="923328"/>
                </a:lnTo>
                <a:lnTo>
                  <a:pt x="5702592" y="888900"/>
                </a:lnTo>
                <a:lnTo>
                  <a:pt x="5725176" y="845255"/>
                </a:lnTo>
                <a:lnTo>
                  <a:pt x="5733288" y="795020"/>
                </a:lnTo>
                <a:lnTo>
                  <a:pt x="5733288" y="159004"/>
                </a:lnTo>
                <a:lnTo>
                  <a:pt x="5725176" y="108768"/>
                </a:lnTo>
                <a:lnTo>
                  <a:pt x="5702592" y="65123"/>
                </a:lnTo>
                <a:lnTo>
                  <a:pt x="5668164" y="30695"/>
                </a:lnTo>
                <a:lnTo>
                  <a:pt x="5624519" y="8111"/>
                </a:lnTo>
                <a:lnTo>
                  <a:pt x="557428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40688" y="4685157"/>
            <a:ext cx="2950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sz="280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99160" y="5535167"/>
            <a:ext cx="5733415" cy="954405"/>
          </a:xfrm>
          <a:custGeom>
            <a:avLst/>
            <a:gdLst/>
            <a:ahLst/>
            <a:cxnLst/>
            <a:rect l="l" t="t" r="r" b="b"/>
            <a:pathLst>
              <a:path w="5733415" h="954404">
                <a:moveTo>
                  <a:pt x="5574284" y="0"/>
                </a:moveTo>
                <a:lnTo>
                  <a:pt x="159003" y="0"/>
                </a:lnTo>
                <a:lnTo>
                  <a:pt x="108749" y="8106"/>
                </a:lnTo>
                <a:lnTo>
                  <a:pt x="65101" y="30680"/>
                </a:lnTo>
                <a:lnTo>
                  <a:pt x="30680" y="65101"/>
                </a:lnTo>
                <a:lnTo>
                  <a:pt x="8106" y="108749"/>
                </a:lnTo>
                <a:lnTo>
                  <a:pt x="0" y="159003"/>
                </a:lnTo>
                <a:lnTo>
                  <a:pt x="0" y="795019"/>
                </a:lnTo>
                <a:lnTo>
                  <a:pt x="8106" y="845274"/>
                </a:lnTo>
                <a:lnTo>
                  <a:pt x="30680" y="888922"/>
                </a:lnTo>
                <a:lnTo>
                  <a:pt x="65101" y="923343"/>
                </a:lnTo>
                <a:lnTo>
                  <a:pt x="108749" y="945917"/>
                </a:lnTo>
                <a:lnTo>
                  <a:pt x="159003" y="954023"/>
                </a:lnTo>
                <a:lnTo>
                  <a:pt x="5574284" y="954023"/>
                </a:lnTo>
                <a:lnTo>
                  <a:pt x="5624519" y="945917"/>
                </a:lnTo>
                <a:lnTo>
                  <a:pt x="5668164" y="923343"/>
                </a:lnTo>
                <a:lnTo>
                  <a:pt x="5702592" y="888922"/>
                </a:lnTo>
                <a:lnTo>
                  <a:pt x="5725176" y="845274"/>
                </a:lnTo>
                <a:lnTo>
                  <a:pt x="5733288" y="795019"/>
                </a:lnTo>
                <a:lnTo>
                  <a:pt x="5733288" y="159003"/>
                </a:lnTo>
                <a:lnTo>
                  <a:pt x="5725176" y="108749"/>
                </a:lnTo>
                <a:lnTo>
                  <a:pt x="5702592" y="65101"/>
                </a:lnTo>
                <a:lnTo>
                  <a:pt x="5668164" y="30680"/>
                </a:lnTo>
                <a:lnTo>
                  <a:pt x="5624519" y="8106"/>
                </a:lnTo>
                <a:lnTo>
                  <a:pt x="557428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40688" y="5745581"/>
            <a:ext cx="16243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6095" y="102107"/>
            <a:ext cx="12204700" cy="782320"/>
            <a:chOff x="-6095" y="102107"/>
            <a:chExt cx="12204700" cy="782320"/>
          </a:xfrm>
        </p:grpSpPr>
        <p:sp>
          <p:nvSpPr>
            <p:cNvPr id="13" name="object 13"/>
            <p:cNvSpPr/>
            <p:nvPr/>
          </p:nvSpPr>
          <p:spPr>
            <a:xfrm>
              <a:off x="0" y="108203"/>
              <a:ext cx="12192000" cy="769620"/>
            </a:xfrm>
            <a:custGeom>
              <a:avLst/>
              <a:gdLst/>
              <a:ahLst/>
              <a:cxnLst/>
              <a:rect l="l" t="t" r="r" b="b"/>
              <a:pathLst>
                <a:path w="12192000" h="769619">
                  <a:moveTo>
                    <a:pt x="12063730" y="0"/>
                  </a:moveTo>
                  <a:lnTo>
                    <a:pt x="128270" y="0"/>
                  </a:lnTo>
                  <a:lnTo>
                    <a:pt x="78340" y="10076"/>
                  </a:lnTo>
                  <a:lnTo>
                    <a:pt x="37568" y="37560"/>
                  </a:lnTo>
                  <a:lnTo>
                    <a:pt x="10079" y="78331"/>
                  </a:lnTo>
                  <a:lnTo>
                    <a:pt x="0" y="128270"/>
                  </a:lnTo>
                  <a:lnTo>
                    <a:pt x="0" y="641350"/>
                  </a:lnTo>
                  <a:lnTo>
                    <a:pt x="10079" y="691288"/>
                  </a:lnTo>
                  <a:lnTo>
                    <a:pt x="37568" y="732059"/>
                  </a:lnTo>
                  <a:lnTo>
                    <a:pt x="78340" y="759543"/>
                  </a:lnTo>
                  <a:lnTo>
                    <a:pt x="128270" y="769620"/>
                  </a:lnTo>
                  <a:lnTo>
                    <a:pt x="12063730" y="769620"/>
                  </a:lnTo>
                  <a:lnTo>
                    <a:pt x="12113668" y="759543"/>
                  </a:lnTo>
                  <a:lnTo>
                    <a:pt x="12154439" y="732059"/>
                  </a:lnTo>
                  <a:lnTo>
                    <a:pt x="12181923" y="691288"/>
                  </a:lnTo>
                  <a:lnTo>
                    <a:pt x="12192000" y="641350"/>
                  </a:lnTo>
                  <a:lnTo>
                    <a:pt x="12192000" y="128270"/>
                  </a:lnTo>
                  <a:lnTo>
                    <a:pt x="12181923" y="78331"/>
                  </a:lnTo>
                  <a:lnTo>
                    <a:pt x="12154439" y="37560"/>
                  </a:lnTo>
                  <a:lnTo>
                    <a:pt x="12113668" y="10076"/>
                  </a:lnTo>
                  <a:lnTo>
                    <a:pt x="1206373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108203"/>
              <a:ext cx="12192000" cy="769620"/>
            </a:xfrm>
            <a:custGeom>
              <a:avLst/>
              <a:gdLst/>
              <a:ahLst/>
              <a:cxnLst/>
              <a:rect l="l" t="t" r="r" b="b"/>
              <a:pathLst>
                <a:path w="12192000" h="769619">
                  <a:moveTo>
                    <a:pt x="0" y="128270"/>
                  </a:moveTo>
                  <a:lnTo>
                    <a:pt x="10079" y="78331"/>
                  </a:lnTo>
                  <a:lnTo>
                    <a:pt x="37568" y="37560"/>
                  </a:lnTo>
                  <a:lnTo>
                    <a:pt x="78340" y="10076"/>
                  </a:lnTo>
                  <a:lnTo>
                    <a:pt x="128270" y="0"/>
                  </a:lnTo>
                  <a:lnTo>
                    <a:pt x="12063730" y="0"/>
                  </a:lnTo>
                  <a:lnTo>
                    <a:pt x="12113668" y="10076"/>
                  </a:lnTo>
                  <a:lnTo>
                    <a:pt x="12154439" y="37560"/>
                  </a:lnTo>
                  <a:lnTo>
                    <a:pt x="12181923" y="78331"/>
                  </a:lnTo>
                  <a:lnTo>
                    <a:pt x="12192000" y="128270"/>
                  </a:lnTo>
                  <a:lnTo>
                    <a:pt x="12192000" y="641350"/>
                  </a:lnTo>
                  <a:lnTo>
                    <a:pt x="12181923" y="691288"/>
                  </a:lnTo>
                  <a:lnTo>
                    <a:pt x="12154439" y="732059"/>
                  </a:lnTo>
                  <a:lnTo>
                    <a:pt x="12113668" y="759543"/>
                  </a:lnTo>
                  <a:lnTo>
                    <a:pt x="12063730" y="769620"/>
                  </a:lnTo>
                  <a:lnTo>
                    <a:pt x="128270" y="769620"/>
                  </a:lnTo>
                  <a:lnTo>
                    <a:pt x="78340" y="759543"/>
                  </a:lnTo>
                  <a:lnTo>
                    <a:pt x="37568" y="732059"/>
                  </a:lnTo>
                  <a:lnTo>
                    <a:pt x="10079" y="691288"/>
                  </a:lnTo>
                  <a:lnTo>
                    <a:pt x="0" y="641350"/>
                  </a:lnTo>
                  <a:lnTo>
                    <a:pt x="0" y="12827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C</a:t>
            </a:r>
            <a:r>
              <a:rPr sz="4000" spc="-1560" dirty="0"/>
              <a:t>o</a:t>
            </a:r>
            <a:r>
              <a:rPr sz="4350" spc="-914" baseline="35440" dirty="0">
                <a:solidFill>
                  <a:srgbClr val="C00000"/>
                </a:solidFill>
              </a:rPr>
              <a:t>A</a:t>
            </a:r>
            <a:r>
              <a:rPr sz="4000" spc="-1685" dirty="0"/>
              <a:t>n</a:t>
            </a:r>
            <a:r>
              <a:rPr sz="4350" spc="-960" baseline="35440" dirty="0">
                <a:solidFill>
                  <a:srgbClr val="C00000"/>
                </a:solidFill>
              </a:rPr>
              <a:t>G</a:t>
            </a:r>
            <a:r>
              <a:rPr sz="4000" spc="-745" dirty="0"/>
              <a:t>t</a:t>
            </a:r>
            <a:r>
              <a:rPr sz="4350" spc="-1875" baseline="35440" dirty="0">
                <a:solidFill>
                  <a:srgbClr val="C00000"/>
                </a:solidFill>
              </a:rPr>
              <a:t>E</a:t>
            </a:r>
            <a:r>
              <a:rPr sz="4000" spc="-590" dirty="0"/>
              <a:t>e</a:t>
            </a:r>
            <a:r>
              <a:rPr sz="4350" spc="-2377" baseline="35440" dirty="0">
                <a:solidFill>
                  <a:srgbClr val="C00000"/>
                </a:solidFill>
              </a:rPr>
              <a:t>N</a:t>
            </a:r>
            <a:r>
              <a:rPr sz="4000" spc="-710" dirty="0"/>
              <a:t>n</a:t>
            </a:r>
            <a:r>
              <a:rPr sz="4350" spc="-2182" baseline="35440" dirty="0">
                <a:solidFill>
                  <a:srgbClr val="C00000"/>
                </a:solidFill>
              </a:rPr>
              <a:t>D</a:t>
            </a:r>
            <a:r>
              <a:rPr sz="4000" spc="-20" dirty="0"/>
              <a:t>t</a:t>
            </a:r>
            <a:r>
              <a:rPr sz="4000" spc="-1505" dirty="0"/>
              <a:t>s</a:t>
            </a:r>
            <a:r>
              <a:rPr sz="4350" spc="-30" baseline="35440" dirty="0">
                <a:solidFill>
                  <a:srgbClr val="C00000"/>
                </a:solidFill>
              </a:rPr>
              <a:t>A</a:t>
            </a:r>
            <a:endParaRPr sz="4350" baseline="35440"/>
          </a:p>
        </p:txBody>
      </p:sp>
      <p:grpSp>
        <p:nvGrpSpPr>
          <p:cNvPr id="16" name="object 16"/>
          <p:cNvGrpSpPr/>
          <p:nvPr/>
        </p:nvGrpSpPr>
        <p:grpSpPr>
          <a:xfrm>
            <a:off x="167386" y="1529841"/>
            <a:ext cx="738505" cy="728980"/>
            <a:chOff x="167386" y="1529841"/>
            <a:chExt cx="738505" cy="728980"/>
          </a:xfrm>
        </p:grpSpPr>
        <p:sp>
          <p:nvSpPr>
            <p:cNvPr id="17" name="object 17"/>
            <p:cNvSpPr/>
            <p:nvPr/>
          </p:nvSpPr>
          <p:spPr>
            <a:xfrm>
              <a:off x="173736" y="1536191"/>
              <a:ext cx="725805" cy="716280"/>
            </a:xfrm>
            <a:custGeom>
              <a:avLst/>
              <a:gdLst/>
              <a:ahLst/>
              <a:cxnLst/>
              <a:rect l="l" t="t" r="r" b="b"/>
              <a:pathLst>
                <a:path w="725805" h="716280">
                  <a:moveTo>
                    <a:pt x="362712" y="0"/>
                  </a:moveTo>
                  <a:lnTo>
                    <a:pt x="313494" y="3270"/>
                  </a:lnTo>
                  <a:lnTo>
                    <a:pt x="266289" y="12797"/>
                  </a:lnTo>
                  <a:lnTo>
                    <a:pt x="221529" y="28152"/>
                  </a:lnTo>
                  <a:lnTo>
                    <a:pt x="179645" y="48909"/>
                  </a:lnTo>
                  <a:lnTo>
                    <a:pt x="141070" y="74640"/>
                  </a:lnTo>
                  <a:lnTo>
                    <a:pt x="106237" y="104917"/>
                  </a:lnTo>
                  <a:lnTo>
                    <a:pt x="75576" y="139315"/>
                  </a:lnTo>
                  <a:lnTo>
                    <a:pt x="49521" y="177404"/>
                  </a:lnTo>
                  <a:lnTo>
                    <a:pt x="28504" y="218759"/>
                  </a:lnTo>
                  <a:lnTo>
                    <a:pt x="12956" y="262951"/>
                  </a:lnTo>
                  <a:lnTo>
                    <a:pt x="3311" y="309554"/>
                  </a:lnTo>
                  <a:lnTo>
                    <a:pt x="0" y="358140"/>
                  </a:lnTo>
                  <a:lnTo>
                    <a:pt x="3311" y="406725"/>
                  </a:lnTo>
                  <a:lnTo>
                    <a:pt x="12956" y="453328"/>
                  </a:lnTo>
                  <a:lnTo>
                    <a:pt x="28504" y="497520"/>
                  </a:lnTo>
                  <a:lnTo>
                    <a:pt x="49521" y="538875"/>
                  </a:lnTo>
                  <a:lnTo>
                    <a:pt x="75576" y="576964"/>
                  </a:lnTo>
                  <a:lnTo>
                    <a:pt x="106237" y="611362"/>
                  </a:lnTo>
                  <a:lnTo>
                    <a:pt x="141070" y="641639"/>
                  </a:lnTo>
                  <a:lnTo>
                    <a:pt x="179645" y="667370"/>
                  </a:lnTo>
                  <a:lnTo>
                    <a:pt x="221529" y="688127"/>
                  </a:lnTo>
                  <a:lnTo>
                    <a:pt x="266289" y="703482"/>
                  </a:lnTo>
                  <a:lnTo>
                    <a:pt x="313494" y="713009"/>
                  </a:lnTo>
                  <a:lnTo>
                    <a:pt x="362712" y="716280"/>
                  </a:lnTo>
                  <a:lnTo>
                    <a:pt x="411929" y="713009"/>
                  </a:lnTo>
                  <a:lnTo>
                    <a:pt x="459134" y="703482"/>
                  </a:lnTo>
                  <a:lnTo>
                    <a:pt x="503894" y="688127"/>
                  </a:lnTo>
                  <a:lnTo>
                    <a:pt x="545778" y="667370"/>
                  </a:lnTo>
                  <a:lnTo>
                    <a:pt x="584353" y="641639"/>
                  </a:lnTo>
                  <a:lnTo>
                    <a:pt x="619186" y="611362"/>
                  </a:lnTo>
                  <a:lnTo>
                    <a:pt x="649847" y="576964"/>
                  </a:lnTo>
                  <a:lnTo>
                    <a:pt x="675902" y="538875"/>
                  </a:lnTo>
                  <a:lnTo>
                    <a:pt x="696919" y="497520"/>
                  </a:lnTo>
                  <a:lnTo>
                    <a:pt x="712467" y="453328"/>
                  </a:lnTo>
                  <a:lnTo>
                    <a:pt x="722112" y="406725"/>
                  </a:lnTo>
                  <a:lnTo>
                    <a:pt x="725424" y="358140"/>
                  </a:lnTo>
                  <a:lnTo>
                    <a:pt x="722112" y="309554"/>
                  </a:lnTo>
                  <a:lnTo>
                    <a:pt x="712467" y="262951"/>
                  </a:lnTo>
                  <a:lnTo>
                    <a:pt x="696919" y="218759"/>
                  </a:lnTo>
                  <a:lnTo>
                    <a:pt x="675902" y="177404"/>
                  </a:lnTo>
                  <a:lnTo>
                    <a:pt x="649847" y="139315"/>
                  </a:lnTo>
                  <a:lnTo>
                    <a:pt x="619186" y="104917"/>
                  </a:lnTo>
                  <a:lnTo>
                    <a:pt x="584353" y="74640"/>
                  </a:lnTo>
                  <a:lnTo>
                    <a:pt x="545778" y="48909"/>
                  </a:lnTo>
                  <a:lnTo>
                    <a:pt x="503894" y="28152"/>
                  </a:lnTo>
                  <a:lnTo>
                    <a:pt x="459134" y="12797"/>
                  </a:lnTo>
                  <a:lnTo>
                    <a:pt x="411929" y="3270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3736" y="1536191"/>
              <a:ext cx="725805" cy="716280"/>
            </a:xfrm>
            <a:custGeom>
              <a:avLst/>
              <a:gdLst/>
              <a:ahLst/>
              <a:cxnLst/>
              <a:rect l="l" t="t" r="r" b="b"/>
              <a:pathLst>
                <a:path w="725805" h="716280">
                  <a:moveTo>
                    <a:pt x="0" y="358140"/>
                  </a:moveTo>
                  <a:lnTo>
                    <a:pt x="3311" y="309554"/>
                  </a:lnTo>
                  <a:lnTo>
                    <a:pt x="12956" y="262951"/>
                  </a:lnTo>
                  <a:lnTo>
                    <a:pt x="28504" y="218759"/>
                  </a:lnTo>
                  <a:lnTo>
                    <a:pt x="49521" y="177404"/>
                  </a:lnTo>
                  <a:lnTo>
                    <a:pt x="75576" y="139315"/>
                  </a:lnTo>
                  <a:lnTo>
                    <a:pt x="106237" y="104917"/>
                  </a:lnTo>
                  <a:lnTo>
                    <a:pt x="141070" y="74640"/>
                  </a:lnTo>
                  <a:lnTo>
                    <a:pt x="179645" y="48909"/>
                  </a:lnTo>
                  <a:lnTo>
                    <a:pt x="221529" y="28152"/>
                  </a:lnTo>
                  <a:lnTo>
                    <a:pt x="266289" y="12797"/>
                  </a:lnTo>
                  <a:lnTo>
                    <a:pt x="313494" y="3270"/>
                  </a:lnTo>
                  <a:lnTo>
                    <a:pt x="362712" y="0"/>
                  </a:lnTo>
                  <a:lnTo>
                    <a:pt x="411929" y="3270"/>
                  </a:lnTo>
                  <a:lnTo>
                    <a:pt x="459134" y="12797"/>
                  </a:lnTo>
                  <a:lnTo>
                    <a:pt x="503894" y="28152"/>
                  </a:lnTo>
                  <a:lnTo>
                    <a:pt x="545778" y="48909"/>
                  </a:lnTo>
                  <a:lnTo>
                    <a:pt x="584353" y="74640"/>
                  </a:lnTo>
                  <a:lnTo>
                    <a:pt x="619186" y="104917"/>
                  </a:lnTo>
                  <a:lnTo>
                    <a:pt x="649847" y="139315"/>
                  </a:lnTo>
                  <a:lnTo>
                    <a:pt x="675902" y="177404"/>
                  </a:lnTo>
                  <a:lnTo>
                    <a:pt x="696919" y="218759"/>
                  </a:lnTo>
                  <a:lnTo>
                    <a:pt x="712467" y="262951"/>
                  </a:lnTo>
                  <a:lnTo>
                    <a:pt x="722112" y="309554"/>
                  </a:lnTo>
                  <a:lnTo>
                    <a:pt x="725424" y="358140"/>
                  </a:lnTo>
                  <a:lnTo>
                    <a:pt x="722112" y="406725"/>
                  </a:lnTo>
                  <a:lnTo>
                    <a:pt x="712467" y="453328"/>
                  </a:lnTo>
                  <a:lnTo>
                    <a:pt x="696919" y="497520"/>
                  </a:lnTo>
                  <a:lnTo>
                    <a:pt x="675902" y="538875"/>
                  </a:lnTo>
                  <a:lnTo>
                    <a:pt x="649847" y="576964"/>
                  </a:lnTo>
                  <a:lnTo>
                    <a:pt x="619186" y="611362"/>
                  </a:lnTo>
                  <a:lnTo>
                    <a:pt x="584353" y="641639"/>
                  </a:lnTo>
                  <a:lnTo>
                    <a:pt x="545778" y="667370"/>
                  </a:lnTo>
                  <a:lnTo>
                    <a:pt x="503894" y="688127"/>
                  </a:lnTo>
                  <a:lnTo>
                    <a:pt x="459134" y="703482"/>
                  </a:lnTo>
                  <a:lnTo>
                    <a:pt x="411929" y="713009"/>
                  </a:lnTo>
                  <a:lnTo>
                    <a:pt x="362712" y="716280"/>
                  </a:lnTo>
                  <a:lnTo>
                    <a:pt x="313494" y="713009"/>
                  </a:lnTo>
                  <a:lnTo>
                    <a:pt x="266289" y="703482"/>
                  </a:lnTo>
                  <a:lnTo>
                    <a:pt x="221529" y="688127"/>
                  </a:lnTo>
                  <a:lnTo>
                    <a:pt x="179645" y="667370"/>
                  </a:lnTo>
                  <a:lnTo>
                    <a:pt x="141070" y="641639"/>
                  </a:lnTo>
                  <a:lnTo>
                    <a:pt x="106237" y="611362"/>
                  </a:lnTo>
                  <a:lnTo>
                    <a:pt x="75576" y="576964"/>
                  </a:lnTo>
                  <a:lnTo>
                    <a:pt x="49521" y="538875"/>
                  </a:lnTo>
                  <a:lnTo>
                    <a:pt x="28504" y="497520"/>
                  </a:lnTo>
                  <a:lnTo>
                    <a:pt x="12956" y="453328"/>
                  </a:lnTo>
                  <a:lnTo>
                    <a:pt x="3311" y="406725"/>
                  </a:lnTo>
                  <a:lnTo>
                    <a:pt x="0" y="358140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35355" y="1656333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7639" y="2496311"/>
            <a:ext cx="737870" cy="730250"/>
            <a:chOff x="167639" y="2496311"/>
            <a:chExt cx="737870" cy="730250"/>
          </a:xfrm>
        </p:grpSpPr>
        <p:sp>
          <p:nvSpPr>
            <p:cNvPr id="21" name="object 21"/>
            <p:cNvSpPr/>
            <p:nvPr/>
          </p:nvSpPr>
          <p:spPr>
            <a:xfrm>
              <a:off x="173735" y="2502407"/>
              <a:ext cx="725805" cy="718185"/>
            </a:xfrm>
            <a:custGeom>
              <a:avLst/>
              <a:gdLst/>
              <a:ahLst/>
              <a:cxnLst/>
              <a:rect l="l" t="t" r="r" b="b"/>
              <a:pathLst>
                <a:path w="725805" h="718185">
                  <a:moveTo>
                    <a:pt x="362712" y="0"/>
                  </a:moveTo>
                  <a:lnTo>
                    <a:pt x="313494" y="3275"/>
                  </a:lnTo>
                  <a:lnTo>
                    <a:pt x="266289" y="12818"/>
                  </a:lnTo>
                  <a:lnTo>
                    <a:pt x="221529" y="28199"/>
                  </a:lnTo>
                  <a:lnTo>
                    <a:pt x="179645" y="48993"/>
                  </a:lnTo>
                  <a:lnTo>
                    <a:pt x="141070" y="74772"/>
                  </a:lnTo>
                  <a:lnTo>
                    <a:pt x="106237" y="105108"/>
                  </a:lnTo>
                  <a:lnTo>
                    <a:pt x="75576" y="139574"/>
                  </a:lnTo>
                  <a:lnTo>
                    <a:pt x="49521" y="177743"/>
                  </a:lnTo>
                  <a:lnTo>
                    <a:pt x="28504" y="219188"/>
                  </a:lnTo>
                  <a:lnTo>
                    <a:pt x="12956" y="263480"/>
                  </a:lnTo>
                  <a:lnTo>
                    <a:pt x="3311" y="310194"/>
                  </a:lnTo>
                  <a:lnTo>
                    <a:pt x="0" y="358901"/>
                  </a:lnTo>
                  <a:lnTo>
                    <a:pt x="3311" y="407609"/>
                  </a:lnTo>
                  <a:lnTo>
                    <a:pt x="12956" y="454323"/>
                  </a:lnTo>
                  <a:lnTo>
                    <a:pt x="28504" y="498615"/>
                  </a:lnTo>
                  <a:lnTo>
                    <a:pt x="49521" y="540060"/>
                  </a:lnTo>
                  <a:lnTo>
                    <a:pt x="75576" y="578229"/>
                  </a:lnTo>
                  <a:lnTo>
                    <a:pt x="106237" y="612695"/>
                  </a:lnTo>
                  <a:lnTo>
                    <a:pt x="141070" y="643031"/>
                  </a:lnTo>
                  <a:lnTo>
                    <a:pt x="179645" y="668810"/>
                  </a:lnTo>
                  <a:lnTo>
                    <a:pt x="221529" y="689604"/>
                  </a:lnTo>
                  <a:lnTo>
                    <a:pt x="266289" y="704985"/>
                  </a:lnTo>
                  <a:lnTo>
                    <a:pt x="313494" y="714528"/>
                  </a:lnTo>
                  <a:lnTo>
                    <a:pt x="362712" y="717803"/>
                  </a:lnTo>
                  <a:lnTo>
                    <a:pt x="411929" y="714528"/>
                  </a:lnTo>
                  <a:lnTo>
                    <a:pt x="459134" y="704985"/>
                  </a:lnTo>
                  <a:lnTo>
                    <a:pt x="503894" y="689604"/>
                  </a:lnTo>
                  <a:lnTo>
                    <a:pt x="545778" y="668810"/>
                  </a:lnTo>
                  <a:lnTo>
                    <a:pt x="584353" y="643031"/>
                  </a:lnTo>
                  <a:lnTo>
                    <a:pt x="619186" y="612695"/>
                  </a:lnTo>
                  <a:lnTo>
                    <a:pt x="649847" y="578229"/>
                  </a:lnTo>
                  <a:lnTo>
                    <a:pt x="675902" y="540060"/>
                  </a:lnTo>
                  <a:lnTo>
                    <a:pt x="696919" y="498615"/>
                  </a:lnTo>
                  <a:lnTo>
                    <a:pt x="712467" y="454323"/>
                  </a:lnTo>
                  <a:lnTo>
                    <a:pt x="722112" y="407609"/>
                  </a:lnTo>
                  <a:lnTo>
                    <a:pt x="725424" y="358901"/>
                  </a:lnTo>
                  <a:lnTo>
                    <a:pt x="722112" y="310194"/>
                  </a:lnTo>
                  <a:lnTo>
                    <a:pt x="712467" y="263480"/>
                  </a:lnTo>
                  <a:lnTo>
                    <a:pt x="696919" y="219188"/>
                  </a:lnTo>
                  <a:lnTo>
                    <a:pt x="675902" y="177743"/>
                  </a:lnTo>
                  <a:lnTo>
                    <a:pt x="649847" y="139574"/>
                  </a:lnTo>
                  <a:lnTo>
                    <a:pt x="619186" y="105108"/>
                  </a:lnTo>
                  <a:lnTo>
                    <a:pt x="584353" y="74772"/>
                  </a:lnTo>
                  <a:lnTo>
                    <a:pt x="545778" y="48993"/>
                  </a:lnTo>
                  <a:lnTo>
                    <a:pt x="503894" y="28199"/>
                  </a:lnTo>
                  <a:lnTo>
                    <a:pt x="459134" y="12818"/>
                  </a:lnTo>
                  <a:lnTo>
                    <a:pt x="411929" y="3275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3735" y="2502407"/>
              <a:ext cx="725805" cy="718185"/>
            </a:xfrm>
            <a:custGeom>
              <a:avLst/>
              <a:gdLst/>
              <a:ahLst/>
              <a:cxnLst/>
              <a:rect l="l" t="t" r="r" b="b"/>
              <a:pathLst>
                <a:path w="725805" h="718185">
                  <a:moveTo>
                    <a:pt x="0" y="358901"/>
                  </a:moveTo>
                  <a:lnTo>
                    <a:pt x="3311" y="310194"/>
                  </a:lnTo>
                  <a:lnTo>
                    <a:pt x="12956" y="263480"/>
                  </a:lnTo>
                  <a:lnTo>
                    <a:pt x="28504" y="219188"/>
                  </a:lnTo>
                  <a:lnTo>
                    <a:pt x="49521" y="177743"/>
                  </a:lnTo>
                  <a:lnTo>
                    <a:pt x="75576" y="139574"/>
                  </a:lnTo>
                  <a:lnTo>
                    <a:pt x="106237" y="105108"/>
                  </a:lnTo>
                  <a:lnTo>
                    <a:pt x="141070" y="74772"/>
                  </a:lnTo>
                  <a:lnTo>
                    <a:pt x="179645" y="48993"/>
                  </a:lnTo>
                  <a:lnTo>
                    <a:pt x="221529" y="28199"/>
                  </a:lnTo>
                  <a:lnTo>
                    <a:pt x="266289" y="12818"/>
                  </a:lnTo>
                  <a:lnTo>
                    <a:pt x="313494" y="3275"/>
                  </a:lnTo>
                  <a:lnTo>
                    <a:pt x="362712" y="0"/>
                  </a:lnTo>
                  <a:lnTo>
                    <a:pt x="411929" y="3275"/>
                  </a:lnTo>
                  <a:lnTo>
                    <a:pt x="459134" y="12818"/>
                  </a:lnTo>
                  <a:lnTo>
                    <a:pt x="503894" y="28199"/>
                  </a:lnTo>
                  <a:lnTo>
                    <a:pt x="545778" y="48993"/>
                  </a:lnTo>
                  <a:lnTo>
                    <a:pt x="584353" y="74772"/>
                  </a:lnTo>
                  <a:lnTo>
                    <a:pt x="619186" y="105108"/>
                  </a:lnTo>
                  <a:lnTo>
                    <a:pt x="649847" y="139574"/>
                  </a:lnTo>
                  <a:lnTo>
                    <a:pt x="675902" y="177743"/>
                  </a:lnTo>
                  <a:lnTo>
                    <a:pt x="696919" y="219188"/>
                  </a:lnTo>
                  <a:lnTo>
                    <a:pt x="712467" y="263480"/>
                  </a:lnTo>
                  <a:lnTo>
                    <a:pt x="722112" y="310194"/>
                  </a:lnTo>
                  <a:lnTo>
                    <a:pt x="725424" y="358901"/>
                  </a:lnTo>
                  <a:lnTo>
                    <a:pt x="722112" y="407609"/>
                  </a:lnTo>
                  <a:lnTo>
                    <a:pt x="712467" y="454323"/>
                  </a:lnTo>
                  <a:lnTo>
                    <a:pt x="696919" y="498615"/>
                  </a:lnTo>
                  <a:lnTo>
                    <a:pt x="675902" y="540060"/>
                  </a:lnTo>
                  <a:lnTo>
                    <a:pt x="649847" y="578229"/>
                  </a:lnTo>
                  <a:lnTo>
                    <a:pt x="619186" y="612695"/>
                  </a:lnTo>
                  <a:lnTo>
                    <a:pt x="584353" y="643031"/>
                  </a:lnTo>
                  <a:lnTo>
                    <a:pt x="545778" y="668810"/>
                  </a:lnTo>
                  <a:lnTo>
                    <a:pt x="503894" y="689604"/>
                  </a:lnTo>
                  <a:lnTo>
                    <a:pt x="459134" y="704985"/>
                  </a:lnTo>
                  <a:lnTo>
                    <a:pt x="411929" y="714528"/>
                  </a:lnTo>
                  <a:lnTo>
                    <a:pt x="362712" y="717803"/>
                  </a:lnTo>
                  <a:lnTo>
                    <a:pt x="313494" y="714528"/>
                  </a:lnTo>
                  <a:lnTo>
                    <a:pt x="266289" y="704985"/>
                  </a:lnTo>
                  <a:lnTo>
                    <a:pt x="221529" y="689604"/>
                  </a:lnTo>
                  <a:lnTo>
                    <a:pt x="179645" y="668810"/>
                  </a:lnTo>
                  <a:lnTo>
                    <a:pt x="141070" y="643031"/>
                  </a:lnTo>
                  <a:lnTo>
                    <a:pt x="106237" y="612695"/>
                  </a:lnTo>
                  <a:lnTo>
                    <a:pt x="75576" y="578229"/>
                  </a:lnTo>
                  <a:lnTo>
                    <a:pt x="49521" y="540060"/>
                  </a:lnTo>
                  <a:lnTo>
                    <a:pt x="28504" y="498615"/>
                  </a:lnTo>
                  <a:lnTo>
                    <a:pt x="12956" y="454323"/>
                  </a:lnTo>
                  <a:lnTo>
                    <a:pt x="3311" y="407609"/>
                  </a:lnTo>
                  <a:lnTo>
                    <a:pt x="0" y="358901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35355" y="2623185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67639" y="3485388"/>
            <a:ext cx="737870" cy="730250"/>
            <a:chOff x="167639" y="3485388"/>
            <a:chExt cx="737870" cy="730250"/>
          </a:xfrm>
        </p:grpSpPr>
        <p:sp>
          <p:nvSpPr>
            <p:cNvPr id="25" name="object 25"/>
            <p:cNvSpPr/>
            <p:nvPr/>
          </p:nvSpPr>
          <p:spPr>
            <a:xfrm>
              <a:off x="173735" y="3491484"/>
              <a:ext cx="725805" cy="718185"/>
            </a:xfrm>
            <a:custGeom>
              <a:avLst/>
              <a:gdLst/>
              <a:ahLst/>
              <a:cxnLst/>
              <a:rect l="l" t="t" r="r" b="b"/>
              <a:pathLst>
                <a:path w="725805" h="718185">
                  <a:moveTo>
                    <a:pt x="362712" y="0"/>
                  </a:moveTo>
                  <a:lnTo>
                    <a:pt x="313494" y="3275"/>
                  </a:lnTo>
                  <a:lnTo>
                    <a:pt x="266289" y="12818"/>
                  </a:lnTo>
                  <a:lnTo>
                    <a:pt x="221529" y="28199"/>
                  </a:lnTo>
                  <a:lnTo>
                    <a:pt x="179645" y="48993"/>
                  </a:lnTo>
                  <a:lnTo>
                    <a:pt x="141070" y="74772"/>
                  </a:lnTo>
                  <a:lnTo>
                    <a:pt x="106237" y="105108"/>
                  </a:lnTo>
                  <a:lnTo>
                    <a:pt x="75576" y="139574"/>
                  </a:lnTo>
                  <a:lnTo>
                    <a:pt x="49521" y="177743"/>
                  </a:lnTo>
                  <a:lnTo>
                    <a:pt x="28504" y="219188"/>
                  </a:lnTo>
                  <a:lnTo>
                    <a:pt x="12956" y="263480"/>
                  </a:lnTo>
                  <a:lnTo>
                    <a:pt x="3311" y="310194"/>
                  </a:lnTo>
                  <a:lnTo>
                    <a:pt x="0" y="358901"/>
                  </a:lnTo>
                  <a:lnTo>
                    <a:pt x="3311" y="407609"/>
                  </a:lnTo>
                  <a:lnTo>
                    <a:pt x="12956" y="454323"/>
                  </a:lnTo>
                  <a:lnTo>
                    <a:pt x="28504" y="498615"/>
                  </a:lnTo>
                  <a:lnTo>
                    <a:pt x="49521" y="540060"/>
                  </a:lnTo>
                  <a:lnTo>
                    <a:pt x="75576" y="578229"/>
                  </a:lnTo>
                  <a:lnTo>
                    <a:pt x="106237" y="612695"/>
                  </a:lnTo>
                  <a:lnTo>
                    <a:pt x="141070" y="643031"/>
                  </a:lnTo>
                  <a:lnTo>
                    <a:pt x="179645" y="668810"/>
                  </a:lnTo>
                  <a:lnTo>
                    <a:pt x="221529" y="689604"/>
                  </a:lnTo>
                  <a:lnTo>
                    <a:pt x="266289" y="704985"/>
                  </a:lnTo>
                  <a:lnTo>
                    <a:pt x="313494" y="714528"/>
                  </a:lnTo>
                  <a:lnTo>
                    <a:pt x="362712" y="717803"/>
                  </a:lnTo>
                  <a:lnTo>
                    <a:pt x="411929" y="714528"/>
                  </a:lnTo>
                  <a:lnTo>
                    <a:pt x="459134" y="704985"/>
                  </a:lnTo>
                  <a:lnTo>
                    <a:pt x="503894" y="689604"/>
                  </a:lnTo>
                  <a:lnTo>
                    <a:pt x="545778" y="668810"/>
                  </a:lnTo>
                  <a:lnTo>
                    <a:pt x="584353" y="643031"/>
                  </a:lnTo>
                  <a:lnTo>
                    <a:pt x="619186" y="612695"/>
                  </a:lnTo>
                  <a:lnTo>
                    <a:pt x="649847" y="578229"/>
                  </a:lnTo>
                  <a:lnTo>
                    <a:pt x="675902" y="540060"/>
                  </a:lnTo>
                  <a:lnTo>
                    <a:pt x="696919" y="498615"/>
                  </a:lnTo>
                  <a:lnTo>
                    <a:pt x="712467" y="454323"/>
                  </a:lnTo>
                  <a:lnTo>
                    <a:pt x="722112" y="407609"/>
                  </a:lnTo>
                  <a:lnTo>
                    <a:pt x="725424" y="358901"/>
                  </a:lnTo>
                  <a:lnTo>
                    <a:pt x="722112" y="310194"/>
                  </a:lnTo>
                  <a:lnTo>
                    <a:pt x="712467" y="263480"/>
                  </a:lnTo>
                  <a:lnTo>
                    <a:pt x="696919" y="219188"/>
                  </a:lnTo>
                  <a:lnTo>
                    <a:pt x="675902" y="177743"/>
                  </a:lnTo>
                  <a:lnTo>
                    <a:pt x="649847" y="139574"/>
                  </a:lnTo>
                  <a:lnTo>
                    <a:pt x="619186" y="105108"/>
                  </a:lnTo>
                  <a:lnTo>
                    <a:pt x="584353" y="74772"/>
                  </a:lnTo>
                  <a:lnTo>
                    <a:pt x="545778" y="48993"/>
                  </a:lnTo>
                  <a:lnTo>
                    <a:pt x="503894" y="28199"/>
                  </a:lnTo>
                  <a:lnTo>
                    <a:pt x="459134" y="12818"/>
                  </a:lnTo>
                  <a:lnTo>
                    <a:pt x="411929" y="3275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3735" y="3491484"/>
              <a:ext cx="725805" cy="718185"/>
            </a:xfrm>
            <a:custGeom>
              <a:avLst/>
              <a:gdLst/>
              <a:ahLst/>
              <a:cxnLst/>
              <a:rect l="l" t="t" r="r" b="b"/>
              <a:pathLst>
                <a:path w="725805" h="718185">
                  <a:moveTo>
                    <a:pt x="0" y="358901"/>
                  </a:moveTo>
                  <a:lnTo>
                    <a:pt x="3311" y="310194"/>
                  </a:lnTo>
                  <a:lnTo>
                    <a:pt x="12956" y="263480"/>
                  </a:lnTo>
                  <a:lnTo>
                    <a:pt x="28504" y="219188"/>
                  </a:lnTo>
                  <a:lnTo>
                    <a:pt x="49521" y="177743"/>
                  </a:lnTo>
                  <a:lnTo>
                    <a:pt x="75576" y="139574"/>
                  </a:lnTo>
                  <a:lnTo>
                    <a:pt x="106237" y="105108"/>
                  </a:lnTo>
                  <a:lnTo>
                    <a:pt x="141070" y="74772"/>
                  </a:lnTo>
                  <a:lnTo>
                    <a:pt x="179645" y="48993"/>
                  </a:lnTo>
                  <a:lnTo>
                    <a:pt x="221529" y="28199"/>
                  </a:lnTo>
                  <a:lnTo>
                    <a:pt x="266289" y="12818"/>
                  </a:lnTo>
                  <a:lnTo>
                    <a:pt x="313494" y="3275"/>
                  </a:lnTo>
                  <a:lnTo>
                    <a:pt x="362712" y="0"/>
                  </a:lnTo>
                  <a:lnTo>
                    <a:pt x="411929" y="3275"/>
                  </a:lnTo>
                  <a:lnTo>
                    <a:pt x="459134" y="12818"/>
                  </a:lnTo>
                  <a:lnTo>
                    <a:pt x="503894" y="28199"/>
                  </a:lnTo>
                  <a:lnTo>
                    <a:pt x="545778" y="48993"/>
                  </a:lnTo>
                  <a:lnTo>
                    <a:pt x="584353" y="74772"/>
                  </a:lnTo>
                  <a:lnTo>
                    <a:pt x="619186" y="105108"/>
                  </a:lnTo>
                  <a:lnTo>
                    <a:pt x="649847" y="139574"/>
                  </a:lnTo>
                  <a:lnTo>
                    <a:pt x="675902" y="177743"/>
                  </a:lnTo>
                  <a:lnTo>
                    <a:pt x="696919" y="219188"/>
                  </a:lnTo>
                  <a:lnTo>
                    <a:pt x="712467" y="263480"/>
                  </a:lnTo>
                  <a:lnTo>
                    <a:pt x="722112" y="310194"/>
                  </a:lnTo>
                  <a:lnTo>
                    <a:pt x="725424" y="358901"/>
                  </a:lnTo>
                  <a:lnTo>
                    <a:pt x="722112" y="407609"/>
                  </a:lnTo>
                  <a:lnTo>
                    <a:pt x="712467" y="454323"/>
                  </a:lnTo>
                  <a:lnTo>
                    <a:pt x="696919" y="498615"/>
                  </a:lnTo>
                  <a:lnTo>
                    <a:pt x="675902" y="540060"/>
                  </a:lnTo>
                  <a:lnTo>
                    <a:pt x="649847" y="578229"/>
                  </a:lnTo>
                  <a:lnTo>
                    <a:pt x="619186" y="612695"/>
                  </a:lnTo>
                  <a:lnTo>
                    <a:pt x="584353" y="643031"/>
                  </a:lnTo>
                  <a:lnTo>
                    <a:pt x="545778" y="668810"/>
                  </a:lnTo>
                  <a:lnTo>
                    <a:pt x="503894" y="689604"/>
                  </a:lnTo>
                  <a:lnTo>
                    <a:pt x="459134" y="704985"/>
                  </a:lnTo>
                  <a:lnTo>
                    <a:pt x="411929" y="714528"/>
                  </a:lnTo>
                  <a:lnTo>
                    <a:pt x="362712" y="717803"/>
                  </a:lnTo>
                  <a:lnTo>
                    <a:pt x="313494" y="714528"/>
                  </a:lnTo>
                  <a:lnTo>
                    <a:pt x="266289" y="704985"/>
                  </a:lnTo>
                  <a:lnTo>
                    <a:pt x="221529" y="689604"/>
                  </a:lnTo>
                  <a:lnTo>
                    <a:pt x="179645" y="668810"/>
                  </a:lnTo>
                  <a:lnTo>
                    <a:pt x="141070" y="643031"/>
                  </a:lnTo>
                  <a:lnTo>
                    <a:pt x="106237" y="612695"/>
                  </a:lnTo>
                  <a:lnTo>
                    <a:pt x="75576" y="578229"/>
                  </a:lnTo>
                  <a:lnTo>
                    <a:pt x="49521" y="540060"/>
                  </a:lnTo>
                  <a:lnTo>
                    <a:pt x="28504" y="498615"/>
                  </a:lnTo>
                  <a:lnTo>
                    <a:pt x="12956" y="454323"/>
                  </a:lnTo>
                  <a:lnTo>
                    <a:pt x="3311" y="407609"/>
                  </a:lnTo>
                  <a:lnTo>
                    <a:pt x="0" y="358901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35355" y="3612641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7639" y="4460747"/>
            <a:ext cx="737870" cy="728980"/>
            <a:chOff x="167639" y="4460747"/>
            <a:chExt cx="737870" cy="728980"/>
          </a:xfrm>
        </p:grpSpPr>
        <p:sp>
          <p:nvSpPr>
            <p:cNvPr id="29" name="object 29"/>
            <p:cNvSpPr/>
            <p:nvPr/>
          </p:nvSpPr>
          <p:spPr>
            <a:xfrm>
              <a:off x="173735" y="4466843"/>
              <a:ext cx="725805" cy="716280"/>
            </a:xfrm>
            <a:custGeom>
              <a:avLst/>
              <a:gdLst/>
              <a:ahLst/>
              <a:cxnLst/>
              <a:rect l="l" t="t" r="r" b="b"/>
              <a:pathLst>
                <a:path w="725805" h="716279">
                  <a:moveTo>
                    <a:pt x="362712" y="0"/>
                  </a:moveTo>
                  <a:lnTo>
                    <a:pt x="313494" y="3270"/>
                  </a:lnTo>
                  <a:lnTo>
                    <a:pt x="266289" y="12797"/>
                  </a:lnTo>
                  <a:lnTo>
                    <a:pt x="221529" y="28152"/>
                  </a:lnTo>
                  <a:lnTo>
                    <a:pt x="179645" y="48909"/>
                  </a:lnTo>
                  <a:lnTo>
                    <a:pt x="141070" y="74640"/>
                  </a:lnTo>
                  <a:lnTo>
                    <a:pt x="106237" y="104917"/>
                  </a:lnTo>
                  <a:lnTo>
                    <a:pt x="75576" y="139315"/>
                  </a:lnTo>
                  <a:lnTo>
                    <a:pt x="49521" y="177404"/>
                  </a:lnTo>
                  <a:lnTo>
                    <a:pt x="28504" y="218759"/>
                  </a:lnTo>
                  <a:lnTo>
                    <a:pt x="12956" y="262951"/>
                  </a:lnTo>
                  <a:lnTo>
                    <a:pt x="3311" y="309554"/>
                  </a:lnTo>
                  <a:lnTo>
                    <a:pt x="0" y="358139"/>
                  </a:lnTo>
                  <a:lnTo>
                    <a:pt x="3311" y="406725"/>
                  </a:lnTo>
                  <a:lnTo>
                    <a:pt x="12956" y="453328"/>
                  </a:lnTo>
                  <a:lnTo>
                    <a:pt x="28504" y="497520"/>
                  </a:lnTo>
                  <a:lnTo>
                    <a:pt x="49521" y="538875"/>
                  </a:lnTo>
                  <a:lnTo>
                    <a:pt x="75576" y="576964"/>
                  </a:lnTo>
                  <a:lnTo>
                    <a:pt x="106237" y="611362"/>
                  </a:lnTo>
                  <a:lnTo>
                    <a:pt x="141070" y="641639"/>
                  </a:lnTo>
                  <a:lnTo>
                    <a:pt x="179645" y="667370"/>
                  </a:lnTo>
                  <a:lnTo>
                    <a:pt x="221529" y="688127"/>
                  </a:lnTo>
                  <a:lnTo>
                    <a:pt x="266289" y="703482"/>
                  </a:lnTo>
                  <a:lnTo>
                    <a:pt x="313494" y="713009"/>
                  </a:lnTo>
                  <a:lnTo>
                    <a:pt x="362712" y="716279"/>
                  </a:lnTo>
                  <a:lnTo>
                    <a:pt x="411929" y="713009"/>
                  </a:lnTo>
                  <a:lnTo>
                    <a:pt x="459134" y="703482"/>
                  </a:lnTo>
                  <a:lnTo>
                    <a:pt x="503894" y="688127"/>
                  </a:lnTo>
                  <a:lnTo>
                    <a:pt x="545778" y="667370"/>
                  </a:lnTo>
                  <a:lnTo>
                    <a:pt x="584353" y="641639"/>
                  </a:lnTo>
                  <a:lnTo>
                    <a:pt x="619186" y="611362"/>
                  </a:lnTo>
                  <a:lnTo>
                    <a:pt x="649847" y="576964"/>
                  </a:lnTo>
                  <a:lnTo>
                    <a:pt x="675902" y="538875"/>
                  </a:lnTo>
                  <a:lnTo>
                    <a:pt x="696919" y="497520"/>
                  </a:lnTo>
                  <a:lnTo>
                    <a:pt x="712467" y="453328"/>
                  </a:lnTo>
                  <a:lnTo>
                    <a:pt x="722112" y="406725"/>
                  </a:lnTo>
                  <a:lnTo>
                    <a:pt x="725424" y="358139"/>
                  </a:lnTo>
                  <a:lnTo>
                    <a:pt x="722112" y="309554"/>
                  </a:lnTo>
                  <a:lnTo>
                    <a:pt x="712467" y="262951"/>
                  </a:lnTo>
                  <a:lnTo>
                    <a:pt x="696919" y="218759"/>
                  </a:lnTo>
                  <a:lnTo>
                    <a:pt x="675902" y="177404"/>
                  </a:lnTo>
                  <a:lnTo>
                    <a:pt x="649847" y="139315"/>
                  </a:lnTo>
                  <a:lnTo>
                    <a:pt x="619186" y="104917"/>
                  </a:lnTo>
                  <a:lnTo>
                    <a:pt x="584353" y="74640"/>
                  </a:lnTo>
                  <a:lnTo>
                    <a:pt x="545778" y="48909"/>
                  </a:lnTo>
                  <a:lnTo>
                    <a:pt x="503894" y="28152"/>
                  </a:lnTo>
                  <a:lnTo>
                    <a:pt x="459134" y="12797"/>
                  </a:lnTo>
                  <a:lnTo>
                    <a:pt x="411929" y="3270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3735" y="4466843"/>
              <a:ext cx="725805" cy="716280"/>
            </a:xfrm>
            <a:custGeom>
              <a:avLst/>
              <a:gdLst/>
              <a:ahLst/>
              <a:cxnLst/>
              <a:rect l="l" t="t" r="r" b="b"/>
              <a:pathLst>
                <a:path w="725805" h="716279">
                  <a:moveTo>
                    <a:pt x="0" y="358139"/>
                  </a:moveTo>
                  <a:lnTo>
                    <a:pt x="3311" y="309554"/>
                  </a:lnTo>
                  <a:lnTo>
                    <a:pt x="12956" y="262951"/>
                  </a:lnTo>
                  <a:lnTo>
                    <a:pt x="28504" y="218759"/>
                  </a:lnTo>
                  <a:lnTo>
                    <a:pt x="49521" y="177404"/>
                  </a:lnTo>
                  <a:lnTo>
                    <a:pt x="75576" y="139315"/>
                  </a:lnTo>
                  <a:lnTo>
                    <a:pt x="106237" y="104917"/>
                  </a:lnTo>
                  <a:lnTo>
                    <a:pt x="141070" y="74640"/>
                  </a:lnTo>
                  <a:lnTo>
                    <a:pt x="179645" y="48909"/>
                  </a:lnTo>
                  <a:lnTo>
                    <a:pt x="221529" y="28152"/>
                  </a:lnTo>
                  <a:lnTo>
                    <a:pt x="266289" y="12797"/>
                  </a:lnTo>
                  <a:lnTo>
                    <a:pt x="313494" y="3270"/>
                  </a:lnTo>
                  <a:lnTo>
                    <a:pt x="362712" y="0"/>
                  </a:lnTo>
                  <a:lnTo>
                    <a:pt x="411929" y="3270"/>
                  </a:lnTo>
                  <a:lnTo>
                    <a:pt x="459134" y="12797"/>
                  </a:lnTo>
                  <a:lnTo>
                    <a:pt x="503894" y="28152"/>
                  </a:lnTo>
                  <a:lnTo>
                    <a:pt x="545778" y="48909"/>
                  </a:lnTo>
                  <a:lnTo>
                    <a:pt x="584353" y="74640"/>
                  </a:lnTo>
                  <a:lnTo>
                    <a:pt x="619186" y="104917"/>
                  </a:lnTo>
                  <a:lnTo>
                    <a:pt x="649847" y="139315"/>
                  </a:lnTo>
                  <a:lnTo>
                    <a:pt x="675902" y="177404"/>
                  </a:lnTo>
                  <a:lnTo>
                    <a:pt x="696919" y="218759"/>
                  </a:lnTo>
                  <a:lnTo>
                    <a:pt x="712467" y="262951"/>
                  </a:lnTo>
                  <a:lnTo>
                    <a:pt x="722112" y="309554"/>
                  </a:lnTo>
                  <a:lnTo>
                    <a:pt x="725424" y="358139"/>
                  </a:lnTo>
                  <a:lnTo>
                    <a:pt x="722112" y="406725"/>
                  </a:lnTo>
                  <a:lnTo>
                    <a:pt x="712467" y="453328"/>
                  </a:lnTo>
                  <a:lnTo>
                    <a:pt x="696919" y="497520"/>
                  </a:lnTo>
                  <a:lnTo>
                    <a:pt x="675902" y="538875"/>
                  </a:lnTo>
                  <a:lnTo>
                    <a:pt x="649847" y="576964"/>
                  </a:lnTo>
                  <a:lnTo>
                    <a:pt x="619186" y="611362"/>
                  </a:lnTo>
                  <a:lnTo>
                    <a:pt x="584353" y="641639"/>
                  </a:lnTo>
                  <a:lnTo>
                    <a:pt x="545778" y="667370"/>
                  </a:lnTo>
                  <a:lnTo>
                    <a:pt x="503894" y="688127"/>
                  </a:lnTo>
                  <a:lnTo>
                    <a:pt x="459134" y="703482"/>
                  </a:lnTo>
                  <a:lnTo>
                    <a:pt x="411929" y="713009"/>
                  </a:lnTo>
                  <a:lnTo>
                    <a:pt x="362712" y="716279"/>
                  </a:lnTo>
                  <a:lnTo>
                    <a:pt x="313494" y="713009"/>
                  </a:lnTo>
                  <a:lnTo>
                    <a:pt x="266289" y="703482"/>
                  </a:lnTo>
                  <a:lnTo>
                    <a:pt x="221529" y="688127"/>
                  </a:lnTo>
                  <a:lnTo>
                    <a:pt x="179645" y="667370"/>
                  </a:lnTo>
                  <a:lnTo>
                    <a:pt x="141070" y="641639"/>
                  </a:lnTo>
                  <a:lnTo>
                    <a:pt x="106237" y="611362"/>
                  </a:lnTo>
                  <a:lnTo>
                    <a:pt x="75576" y="576964"/>
                  </a:lnTo>
                  <a:lnTo>
                    <a:pt x="49521" y="538875"/>
                  </a:lnTo>
                  <a:lnTo>
                    <a:pt x="28504" y="497520"/>
                  </a:lnTo>
                  <a:lnTo>
                    <a:pt x="12956" y="453328"/>
                  </a:lnTo>
                  <a:lnTo>
                    <a:pt x="3311" y="406725"/>
                  </a:lnTo>
                  <a:lnTo>
                    <a:pt x="0" y="358139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35355" y="4587621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67639" y="5477255"/>
            <a:ext cx="737870" cy="728980"/>
            <a:chOff x="167639" y="5477255"/>
            <a:chExt cx="737870" cy="728980"/>
          </a:xfrm>
        </p:grpSpPr>
        <p:sp>
          <p:nvSpPr>
            <p:cNvPr id="33" name="object 33"/>
            <p:cNvSpPr/>
            <p:nvPr/>
          </p:nvSpPr>
          <p:spPr>
            <a:xfrm>
              <a:off x="173735" y="5483351"/>
              <a:ext cx="725805" cy="716280"/>
            </a:xfrm>
            <a:custGeom>
              <a:avLst/>
              <a:gdLst/>
              <a:ahLst/>
              <a:cxnLst/>
              <a:rect l="l" t="t" r="r" b="b"/>
              <a:pathLst>
                <a:path w="725805" h="716279">
                  <a:moveTo>
                    <a:pt x="362712" y="0"/>
                  </a:moveTo>
                  <a:lnTo>
                    <a:pt x="313494" y="3269"/>
                  </a:lnTo>
                  <a:lnTo>
                    <a:pt x="266289" y="12793"/>
                  </a:lnTo>
                  <a:lnTo>
                    <a:pt x="221529" y="28145"/>
                  </a:lnTo>
                  <a:lnTo>
                    <a:pt x="179645" y="48897"/>
                  </a:lnTo>
                  <a:lnTo>
                    <a:pt x="141070" y="74624"/>
                  </a:lnTo>
                  <a:lnTo>
                    <a:pt x="106237" y="104898"/>
                  </a:lnTo>
                  <a:lnTo>
                    <a:pt x="75576" y="139293"/>
                  </a:lnTo>
                  <a:lnTo>
                    <a:pt x="49521" y="177382"/>
                  </a:lnTo>
                  <a:lnTo>
                    <a:pt x="28504" y="218738"/>
                  </a:lnTo>
                  <a:lnTo>
                    <a:pt x="12956" y="262934"/>
                  </a:lnTo>
                  <a:lnTo>
                    <a:pt x="3311" y="309543"/>
                  </a:lnTo>
                  <a:lnTo>
                    <a:pt x="0" y="358140"/>
                  </a:lnTo>
                  <a:lnTo>
                    <a:pt x="3311" y="406736"/>
                  </a:lnTo>
                  <a:lnTo>
                    <a:pt x="12956" y="453345"/>
                  </a:lnTo>
                  <a:lnTo>
                    <a:pt x="28504" y="497541"/>
                  </a:lnTo>
                  <a:lnTo>
                    <a:pt x="49521" y="538897"/>
                  </a:lnTo>
                  <a:lnTo>
                    <a:pt x="75576" y="576986"/>
                  </a:lnTo>
                  <a:lnTo>
                    <a:pt x="106237" y="611381"/>
                  </a:lnTo>
                  <a:lnTo>
                    <a:pt x="141070" y="641655"/>
                  </a:lnTo>
                  <a:lnTo>
                    <a:pt x="179645" y="667382"/>
                  </a:lnTo>
                  <a:lnTo>
                    <a:pt x="221529" y="688134"/>
                  </a:lnTo>
                  <a:lnTo>
                    <a:pt x="266289" y="703486"/>
                  </a:lnTo>
                  <a:lnTo>
                    <a:pt x="313494" y="713010"/>
                  </a:lnTo>
                  <a:lnTo>
                    <a:pt x="362712" y="716280"/>
                  </a:lnTo>
                  <a:lnTo>
                    <a:pt x="411929" y="713010"/>
                  </a:lnTo>
                  <a:lnTo>
                    <a:pt x="459134" y="703486"/>
                  </a:lnTo>
                  <a:lnTo>
                    <a:pt x="503894" y="688134"/>
                  </a:lnTo>
                  <a:lnTo>
                    <a:pt x="545778" y="667382"/>
                  </a:lnTo>
                  <a:lnTo>
                    <a:pt x="584353" y="641655"/>
                  </a:lnTo>
                  <a:lnTo>
                    <a:pt x="619186" y="611381"/>
                  </a:lnTo>
                  <a:lnTo>
                    <a:pt x="649847" y="576986"/>
                  </a:lnTo>
                  <a:lnTo>
                    <a:pt x="675902" y="538897"/>
                  </a:lnTo>
                  <a:lnTo>
                    <a:pt x="696919" y="497541"/>
                  </a:lnTo>
                  <a:lnTo>
                    <a:pt x="712467" y="453345"/>
                  </a:lnTo>
                  <a:lnTo>
                    <a:pt x="722112" y="406736"/>
                  </a:lnTo>
                  <a:lnTo>
                    <a:pt x="725424" y="358140"/>
                  </a:lnTo>
                  <a:lnTo>
                    <a:pt x="722112" y="309543"/>
                  </a:lnTo>
                  <a:lnTo>
                    <a:pt x="712467" y="262934"/>
                  </a:lnTo>
                  <a:lnTo>
                    <a:pt x="696919" y="218738"/>
                  </a:lnTo>
                  <a:lnTo>
                    <a:pt x="675902" y="177382"/>
                  </a:lnTo>
                  <a:lnTo>
                    <a:pt x="649847" y="139293"/>
                  </a:lnTo>
                  <a:lnTo>
                    <a:pt x="619186" y="104898"/>
                  </a:lnTo>
                  <a:lnTo>
                    <a:pt x="584353" y="74624"/>
                  </a:lnTo>
                  <a:lnTo>
                    <a:pt x="545778" y="48897"/>
                  </a:lnTo>
                  <a:lnTo>
                    <a:pt x="503894" y="28145"/>
                  </a:lnTo>
                  <a:lnTo>
                    <a:pt x="459134" y="12793"/>
                  </a:lnTo>
                  <a:lnTo>
                    <a:pt x="411929" y="3269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3735" y="5483351"/>
              <a:ext cx="725805" cy="716280"/>
            </a:xfrm>
            <a:custGeom>
              <a:avLst/>
              <a:gdLst/>
              <a:ahLst/>
              <a:cxnLst/>
              <a:rect l="l" t="t" r="r" b="b"/>
              <a:pathLst>
                <a:path w="725805" h="716279">
                  <a:moveTo>
                    <a:pt x="0" y="358140"/>
                  </a:moveTo>
                  <a:lnTo>
                    <a:pt x="3311" y="309543"/>
                  </a:lnTo>
                  <a:lnTo>
                    <a:pt x="12956" y="262934"/>
                  </a:lnTo>
                  <a:lnTo>
                    <a:pt x="28504" y="218738"/>
                  </a:lnTo>
                  <a:lnTo>
                    <a:pt x="49521" y="177382"/>
                  </a:lnTo>
                  <a:lnTo>
                    <a:pt x="75576" y="139293"/>
                  </a:lnTo>
                  <a:lnTo>
                    <a:pt x="106237" y="104898"/>
                  </a:lnTo>
                  <a:lnTo>
                    <a:pt x="141070" y="74624"/>
                  </a:lnTo>
                  <a:lnTo>
                    <a:pt x="179645" y="48897"/>
                  </a:lnTo>
                  <a:lnTo>
                    <a:pt x="221529" y="28145"/>
                  </a:lnTo>
                  <a:lnTo>
                    <a:pt x="266289" y="12793"/>
                  </a:lnTo>
                  <a:lnTo>
                    <a:pt x="313494" y="3269"/>
                  </a:lnTo>
                  <a:lnTo>
                    <a:pt x="362712" y="0"/>
                  </a:lnTo>
                  <a:lnTo>
                    <a:pt x="411929" y="3269"/>
                  </a:lnTo>
                  <a:lnTo>
                    <a:pt x="459134" y="12793"/>
                  </a:lnTo>
                  <a:lnTo>
                    <a:pt x="503894" y="28145"/>
                  </a:lnTo>
                  <a:lnTo>
                    <a:pt x="545778" y="48897"/>
                  </a:lnTo>
                  <a:lnTo>
                    <a:pt x="584353" y="74624"/>
                  </a:lnTo>
                  <a:lnTo>
                    <a:pt x="619186" y="104898"/>
                  </a:lnTo>
                  <a:lnTo>
                    <a:pt x="649847" y="139293"/>
                  </a:lnTo>
                  <a:lnTo>
                    <a:pt x="675902" y="177382"/>
                  </a:lnTo>
                  <a:lnTo>
                    <a:pt x="696919" y="218738"/>
                  </a:lnTo>
                  <a:lnTo>
                    <a:pt x="712467" y="262934"/>
                  </a:lnTo>
                  <a:lnTo>
                    <a:pt x="722112" y="309543"/>
                  </a:lnTo>
                  <a:lnTo>
                    <a:pt x="725424" y="358140"/>
                  </a:lnTo>
                  <a:lnTo>
                    <a:pt x="722112" y="406736"/>
                  </a:lnTo>
                  <a:lnTo>
                    <a:pt x="712467" y="453345"/>
                  </a:lnTo>
                  <a:lnTo>
                    <a:pt x="696919" y="497541"/>
                  </a:lnTo>
                  <a:lnTo>
                    <a:pt x="675902" y="538897"/>
                  </a:lnTo>
                  <a:lnTo>
                    <a:pt x="649847" y="576986"/>
                  </a:lnTo>
                  <a:lnTo>
                    <a:pt x="619186" y="611381"/>
                  </a:lnTo>
                  <a:lnTo>
                    <a:pt x="584353" y="641655"/>
                  </a:lnTo>
                  <a:lnTo>
                    <a:pt x="545778" y="667382"/>
                  </a:lnTo>
                  <a:lnTo>
                    <a:pt x="503894" y="688134"/>
                  </a:lnTo>
                  <a:lnTo>
                    <a:pt x="459134" y="703486"/>
                  </a:lnTo>
                  <a:lnTo>
                    <a:pt x="411929" y="713010"/>
                  </a:lnTo>
                  <a:lnTo>
                    <a:pt x="362712" y="716280"/>
                  </a:lnTo>
                  <a:lnTo>
                    <a:pt x="313494" y="713010"/>
                  </a:lnTo>
                  <a:lnTo>
                    <a:pt x="266289" y="703486"/>
                  </a:lnTo>
                  <a:lnTo>
                    <a:pt x="221529" y="688134"/>
                  </a:lnTo>
                  <a:lnTo>
                    <a:pt x="179645" y="667382"/>
                  </a:lnTo>
                  <a:lnTo>
                    <a:pt x="141070" y="641655"/>
                  </a:lnTo>
                  <a:lnTo>
                    <a:pt x="106237" y="611381"/>
                  </a:lnTo>
                  <a:lnTo>
                    <a:pt x="75576" y="576986"/>
                  </a:lnTo>
                  <a:lnTo>
                    <a:pt x="49521" y="538897"/>
                  </a:lnTo>
                  <a:lnTo>
                    <a:pt x="28504" y="497541"/>
                  </a:lnTo>
                  <a:lnTo>
                    <a:pt x="12956" y="453345"/>
                  </a:lnTo>
                  <a:lnTo>
                    <a:pt x="3311" y="406736"/>
                  </a:lnTo>
                  <a:lnTo>
                    <a:pt x="0" y="358140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35355" y="5604459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0036" y="1520952"/>
            <a:ext cx="5454650" cy="861060"/>
          </a:xfrm>
          <a:custGeom>
            <a:avLst/>
            <a:gdLst/>
            <a:ahLst/>
            <a:cxnLst/>
            <a:rect l="l" t="t" r="r" b="b"/>
            <a:pathLst>
              <a:path w="5454650" h="861060">
                <a:moveTo>
                  <a:pt x="5310886" y="0"/>
                </a:moveTo>
                <a:lnTo>
                  <a:pt x="143509" y="0"/>
                </a:lnTo>
                <a:lnTo>
                  <a:pt x="98148" y="7317"/>
                </a:lnTo>
                <a:lnTo>
                  <a:pt x="58753" y="27692"/>
                </a:lnTo>
                <a:lnTo>
                  <a:pt x="27688" y="58759"/>
                </a:lnTo>
                <a:lnTo>
                  <a:pt x="7316" y="98153"/>
                </a:lnTo>
                <a:lnTo>
                  <a:pt x="0" y="143510"/>
                </a:lnTo>
                <a:lnTo>
                  <a:pt x="0" y="717550"/>
                </a:lnTo>
                <a:lnTo>
                  <a:pt x="7316" y="762906"/>
                </a:lnTo>
                <a:lnTo>
                  <a:pt x="27688" y="802300"/>
                </a:lnTo>
                <a:lnTo>
                  <a:pt x="58753" y="833367"/>
                </a:lnTo>
                <a:lnTo>
                  <a:pt x="98148" y="853742"/>
                </a:lnTo>
                <a:lnTo>
                  <a:pt x="143509" y="861060"/>
                </a:lnTo>
                <a:lnTo>
                  <a:pt x="5310886" y="861060"/>
                </a:lnTo>
                <a:lnTo>
                  <a:pt x="5356242" y="853742"/>
                </a:lnTo>
                <a:lnTo>
                  <a:pt x="5395636" y="833367"/>
                </a:lnTo>
                <a:lnTo>
                  <a:pt x="5426703" y="802300"/>
                </a:lnTo>
                <a:lnTo>
                  <a:pt x="5447078" y="762906"/>
                </a:lnTo>
                <a:lnTo>
                  <a:pt x="5454395" y="717550"/>
                </a:lnTo>
                <a:lnTo>
                  <a:pt x="5454395" y="143510"/>
                </a:lnTo>
                <a:lnTo>
                  <a:pt x="5447078" y="98153"/>
                </a:lnTo>
                <a:lnTo>
                  <a:pt x="5426703" y="58759"/>
                </a:lnTo>
                <a:lnTo>
                  <a:pt x="5395636" y="27692"/>
                </a:lnTo>
                <a:lnTo>
                  <a:pt x="5356242" y="7317"/>
                </a:lnTo>
                <a:lnTo>
                  <a:pt x="5310886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5468" y="1691462"/>
            <a:ext cx="37230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Requirements</a:t>
            </a:r>
            <a:r>
              <a:rPr sz="28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Identified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0036" y="2531364"/>
            <a:ext cx="5454650" cy="861060"/>
          </a:xfrm>
          <a:custGeom>
            <a:avLst/>
            <a:gdLst/>
            <a:ahLst/>
            <a:cxnLst/>
            <a:rect l="l" t="t" r="r" b="b"/>
            <a:pathLst>
              <a:path w="5454650" h="861060">
                <a:moveTo>
                  <a:pt x="5310886" y="0"/>
                </a:moveTo>
                <a:lnTo>
                  <a:pt x="143509" y="0"/>
                </a:lnTo>
                <a:lnTo>
                  <a:pt x="98148" y="7317"/>
                </a:lnTo>
                <a:lnTo>
                  <a:pt x="58753" y="27692"/>
                </a:lnTo>
                <a:lnTo>
                  <a:pt x="27688" y="58759"/>
                </a:lnTo>
                <a:lnTo>
                  <a:pt x="7316" y="98153"/>
                </a:lnTo>
                <a:lnTo>
                  <a:pt x="0" y="143510"/>
                </a:lnTo>
                <a:lnTo>
                  <a:pt x="0" y="717550"/>
                </a:lnTo>
                <a:lnTo>
                  <a:pt x="7316" y="762906"/>
                </a:lnTo>
                <a:lnTo>
                  <a:pt x="27688" y="802300"/>
                </a:lnTo>
                <a:lnTo>
                  <a:pt x="58753" y="833367"/>
                </a:lnTo>
                <a:lnTo>
                  <a:pt x="98148" y="853742"/>
                </a:lnTo>
                <a:lnTo>
                  <a:pt x="143509" y="861060"/>
                </a:lnTo>
                <a:lnTo>
                  <a:pt x="5310886" y="861060"/>
                </a:lnTo>
                <a:lnTo>
                  <a:pt x="5356242" y="853742"/>
                </a:lnTo>
                <a:lnTo>
                  <a:pt x="5395636" y="833367"/>
                </a:lnTo>
                <a:lnTo>
                  <a:pt x="5426703" y="802300"/>
                </a:lnTo>
                <a:lnTo>
                  <a:pt x="5447078" y="762906"/>
                </a:lnTo>
                <a:lnTo>
                  <a:pt x="5454395" y="717550"/>
                </a:lnTo>
                <a:lnTo>
                  <a:pt x="5454395" y="143510"/>
                </a:lnTo>
                <a:lnTo>
                  <a:pt x="5447078" y="98153"/>
                </a:lnTo>
                <a:lnTo>
                  <a:pt x="5426703" y="58759"/>
                </a:lnTo>
                <a:lnTo>
                  <a:pt x="5395636" y="27692"/>
                </a:lnTo>
                <a:lnTo>
                  <a:pt x="5356242" y="7317"/>
                </a:lnTo>
                <a:lnTo>
                  <a:pt x="5310886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85468" y="2701798"/>
            <a:ext cx="32442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Feasibility</a:t>
            </a:r>
            <a:r>
              <a:rPr sz="28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8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Scope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50036" y="3531108"/>
            <a:ext cx="5454650" cy="861060"/>
          </a:xfrm>
          <a:custGeom>
            <a:avLst/>
            <a:gdLst/>
            <a:ahLst/>
            <a:cxnLst/>
            <a:rect l="l" t="t" r="r" b="b"/>
            <a:pathLst>
              <a:path w="5454650" h="861060">
                <a:moveTo>
                  <a:pt x="5310886" y="0"/>
                </a:moveTo>
                <a:lnTo>
                  <a:pt x="143509" y="0"/>
                </a:lnTo>
                <a:lnTo>
                  <a:pt x="98148" y="7317"/>
                </a:lnTo>
                <a:lnTo>
                  <a:pt x="58753" y="27692"/>
                </a:lnTo>
                <a:lnTo>
                  <a:pt x="27688" y="58759"/>
                </a:lnTo>
                <a:lnTo>
                  <a:pt x="7316" y="98153"/>
                </a:lnTo>
                <a:lnTo>
                  <a:pt x="0" y="143509"/>
                </a:lnTo>
                <a:lnTo>
                  <a:pt x="0" y="717549"/>
                </a:lnTo>
                <a:lnTo>
                  <a:pt x="7316" y="762906"/>
                </a:lnTo>
                <a:lnTo>
                  <a:pt x="27688" y="802300"/>
                </a:lnTo>
                <a:lnTo>
                  <a:pt x="58753" y="833367"/>
                </a:lnTo>
                <a:lnTo>
                  <a:pt x="98148" y="853742"/>
                </a:lnTo>
                <a:lnTo>
                  <a:pt x="143509" y="861059"/>
                </a:lnTo>
                <a:lnTo>
                  <a:pt x="5310886" y="861059"/>
                </a:lnTo>
                <a:lnTo>
                  <a:pt x="5356242" y="853742"/>
                </a:lnTo>
                <a:lnTo>
                  <a:pt x="5395636" y="833367"/>
                </a:lnTo>
                <a:lnTo>
                  <a:pt x="5426703" y="802300"/>
                </a:lnTo>
                <a:lnTo>
                  <a:pt x="5447078" y="762906"/>
                </a:lnTo>
                <a:lnTo>
                  <a:pt x="5454395" y="717549"/>
                </a:lnTo>
                <a:lnTo>
                  <a:pt x="5454395" y="143509"/>
                </a:lnTo>
                <a:lnTo>
                  <a:pt x="5447078" y="98153"/>
                </a:lnTo>
                <a:lnTo>
                  <a:pt x="5426703" y="58759"/>
                </a:lnTo>
                <a:lnTo>
                  <a:pt x="5395636" y="27692"/>
                </a:lnTo>
                <a:lnTo>
                  <a:pt x="5356242" y="7317"/>
                </a:lnTo>
                <a:lnTo>
                  <a:pt x="5310886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85468" y="3701288"/>
            <a:ext cx="2287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Risk</a:t>
            </a:r>
            <a:r>
              <a:rPr sz="28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Identified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50036" y="4524755"/>
            <a:ext cx="5454650" cy="861060"/>
          </a:xfrm>
          <a:custGeom>
            <a:avLst/>
            <a:gdLst/>
            <a:ahLst/>
            <a:cxnLst/>
            <a:rect l="l" t="t" r="r" b="b"/>
            <a:pathLst>
              <a:path w="5454650" h="861060">
                <a:moveTo>
                  <a:pt x="5310886" y="0"/>
                </a:moveTo>
                <a:lnTo>
                  <a:pt x="143509" y="0"/>
                </a:lnTo>
                <a:lnTo>
                  <a:pt x="98148" y="7317"/>
                </a:lnTo>
                <a:lnTo>
                  <a:pt x="58753" y="27692"/>
                </a:lnTo>
                <a:lnTo>
                  <a:pt x="27688" y="58759"/>
                </a:lnTo>
                <a:lnTo>
                  <a:pt x="7316" y="98153"/>
                </a:lnTo>
                <a:lnTo>
                  <a:pt x="0" y="143510"/>
                </a:lnTo>
                <a:lnTo>
                  <a:pt x="0" y="717550"/>
                </a:lnTo>
                <a:lnTo>
                  <a:pt x="7316" y="762906"/>
                </a:lnTo>
                <a:lnTo>
                  <a:pt x="27688" y="802300"/>
                </a:lnTo>
                <a:lnTo>
                  <a:pt x="58753" y="833367"/>
                </a:lnTo>
                <a:lnTo>
                  <a:pt x="98148" y="853742"/>
                </a:lnTo>
                <a:lnTo>
                  <a:pt x="143509" y="861060"/>
                </a:lnTo>
                <a:lnTo>
                  <a:pt x="5310886" y="861060"/>
                </a:lnTo>
                <a:lnTo>
                  <a:pt x="5356242" y="853742"/>
                </a:lnTo>
                <a:lnTo>
                  <a:pt x="5395636" y="833367"/>
                </a:lnTo>
                <a:lnTo>
                  <a:pt x="5426703" y="802300"/>
                </a:lnTo>
                <a:lnTo>
                  <a:pt x="5447078" y="762906"/>
                </a:lnTo>
                <a:lnTo>
                  <a:pt x="5454395" y="717550"/>
                </a:lnTo>
                <a:lnTo>
                  <a:pt x="5454395" y="143510"/>
                </a:lnTo>
                <a:lnTo>
                  <a:pt x="5447078" y="98153"/>
                </a:lnTo>
                <a:lnTo>
                  <a:pt x="5426703" y="58759"/>
                </a:lnTo>
                <a:lnTo>
                  <a:pt x="5395636" y="27692"/>
                </a:lnTo>
                <a:lnTo>
                  <a:pt x="5356242" y="7317"/>
                </a:lnTo>
                <a:lnTo>
                  <a:pt x="5310886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85468" y="4695190"/>
            <a:ext cx="19519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Backup</a:t>
            </a:r>
            <a:r>
              <a:rPr sz="28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plan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50036" y="5518403"/>
            <a:ext cx="5454650" cy="861060"/>
          </a:xfrm>
          <a:custGeom>
            <a:avLst/>
            <a:gdLst/>
            <a:ahLst/>
            <a:cxnLst/>
            <a:rect l="l" t="t" r="r" b="b"/>
            <a:pathLst>
              <a:path w="5454650" h="861060">
                <a:moveTo>
                  <a:pt x="5310886" y="0"/>
                </a:moveTo>
                <a:lnTo>
                  <a:pt x="143509" y="0"/>
                </a:lnTo>
                <a:lnTo>
                  <a:pt x="98148" y="7317"/>
                </a:lnTo>
                <a:lnTo>
                  <a:pt x="58753" y="27692"/>
                </a:lnTo>
                <a:lnTo>
                  <a:pt x="27688" y="58759"/>
                </a:lnTo>
                <a:lnTo>
                  <a:pt x="7316" y="98153"/>
                </a:lnTo>
                <a:lnTo>
                  <a:pt x="0" y="143510"/>
                </a:lnTo>
                <a:lnTo>
                  <a:pt x="0" y="717550"/>
                </a:lnTo>
                <a:lnTo>
                  <a:pt x="7316" y="762911"/>
                </a:lnTo>
                <a:lnTo>
                  <a:pt x="27688" y="802306"/>
                </a:lnTo>
                <a:lnTo>
                  <a:pt x="58753" y="833371"/>
                </a:lnTo>
                <a:lnTo>
                  <a:pt x="98148" y="853743"/>
                </a:lnTo>
                <a:lnTo>
                  <a:pt x="143509" y="861060"/>
                </a:lnTo>
                <a:lnTo>
                  <a:pt x="5310886" y="861060"/>
                </a:lnTo>
                <a:lnTo>
                  <a:pt x="5356242" y="853743"/>
                </a:lnTo>
                <a:lnTo>
                  <a:pt x="5395636" y="833371"/>
                </a:lnTo>
                <a:lnTo>
                  <a:pt x="5426703" y="802306"/>
                </a:lnTo>
                <a:lnTo>
                  <a:pt x="5447078" y="762911"/>
                </a:lnTo>
                <a:lnTo>
                  <a:pt x="5454395" y="717550"/>
                </a:lnTo>
                <a:lnTo>
                  <a:pt x="5454395" y="143510"/>
                </a:lnTo>
                <a:lnTo>
                  <a:pt x="5447078" y="98153"/>
                </a:lnTo>
                <a:lnTo>
                  <a:pt x="5426703" y="58759"/>
                </a:lnTo>
                <a:lnTo>
                  <a:pt x="5395636" y="27692"/>
                </a:lnTo>
                <a:lnTo>
                  <a:pt x="5356242" y="7317"/>
                </a:lnTo>
                <a:lnTo>
                  <a:pt x="5310886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85468" y="5688888"/>
            <a:ext cx="3524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Proposed</a:t>
            </a:r>
            <a:r>
              <a:rPr sz="2800" b="1" spc="-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Methodology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6095" y="67056"/>
            <a:ext cx="12204700" cy="780415"/>
            <a:chOff x="-6095" y="67056"/>
            <a:chExt cx="12204700" cy="780415"/>
          </a:xfrm>
        </p:grpSpPr>
        <p:sp>
          <p:nvSpPr>
            <p:cNvPr id="13" name="object 13"/>
            <p:cNvSpPr/>
            <p:nvPr/>
          </p:nvSpPr>
          <p:spPr>
            <a:xfrm>
              <a:off x="0" y="73152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12063984" y="0"/>
                  </a:moveTo>
                  <a:lnTo>
                    <a:pt x="128016" y="0"/>
                  </a:lnTo>
                  <a:lnTo>
                    <a:pt x="78186" y="10054"/>
                  </a:lnTo>
                  <a:lnTo>
                    <a:pt x="37494" y="37480"/>
                  </a:lnTo>
                  <a:lnTo>
                    <a:pt x="10060" y="78170"/>
                  </a:lnTo>
                  <a:lnTo>
                    <a:pt x="0" y="128016"/>
                  </a:lnTo>
                  <a:lnTo>
                    <a:pt x="0" y="640080"/>
                  </a:lnTo>
                  <a:lnTo>
                    <a:pt x="10060" y="689925"/>
                  </a:lnTo>
                  <a:lnTo>
                    <a:pt x="37494" y="730615"/>
                  </a:lnTo>
                  <a:lnTo>
                    <a:pt x="78186" y="758041"/>
                  </a:lnTo>
                  <a:lnTo>
                    <a:pt x="128016" y="768096"/>
                  </a:lnTo>
                  <a:lnTo>
                    <a:pt x="12063984" y="768096"/>
                  </a:lnTo>
                  <a:lnTo>
                    <a:pt x="12113829" y="758041"/>
                  </a:lnTo>
                  <a:lnTo>
                    <a:pt x="12154519" y="730615"/>
                  </a:lnTo>
                  <a:lnTo>
                    <a:pt x="12181945" y="689925"/>
                  </a:lnTo>
                  <a:lnTo>
                    <a:pt x="12192000" y="640080"/>
                  </a:lnTo>
                  <a:lnTo>
                    <a:pt x="12192000" y="128016"/>
                  </a:lnTo>
                  <a:lnTo>
                    <a:pt x="12181945" y="78170"/>
                  </a:lnTo>
                  <a:lnTo>
                    <a:pt x="12154519" y="37480"/>
                  </a:lnTo>
                  <a:lnTo>
                    <a:pt x="12113829" y="10054"/>
                  </a:lnTo>
                  <a:lnTo>
                    <a:pt x="120639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73152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0" y="128016"/>
                  </a:moveTo>
                  <a:lnTo>
                    <a:pt x="10060" y="78170"/>
                  </a:lnTo>
                  <a:lnTo>
                    <a:pt x="37494" y="37480"/>
                  </a:lnTo>
                  <a:lnTo>
                    <a:pt x="78186" y="10054"/>
                  </a:lnTo>
                  <a:lnTo>
                    <a:pt x="128016" y="0"/>
                  </a:lnTo>
                  <a:lnTo>
                    <a:pt x="12063984" y="0"/>
                  </a:lnTo>
                  <a:lnTo>
                    <a:pt x="12113829" y="10054"/>
                  </a:lnTo>
                  <a:lnTo>
                    <a:pt x="12154519" y="37480"/>
                  </a:lnTo>
                  <a:lnTo>
                    <a:pt x="12181945" y="78170"/>
                  </a:lnTo>
                  <a:lnTo>
                    <a:pt x="12192000" y="128016"/>
                  </a:lnTo>
                  <a:lnTo>
                    <a:pt x="12192000" y="640080"/>
                  </a:lnTo>
                  <a:lnTo>
                    <a:pt x="12181945" y="689925"/>
                  </a:lnTo>
                  <a:lnTo>
                    <a:pt x="12154519" y="730615"/>
                  </a:lnTo>
                  <a:lnTo>
                    <a:pt x="12113829" y="758041"/>
                  </a:lnTo>
                  <a:lnTo>
                    <a:pt x="12063984" y="768096"/>
                  </a:lnTo>
                  <a:lnTo>
                    <a:pt x="128016" y="768096"/>
                  </a:lnTo>
                  <a:lnTo>
                    <a:pt x="78186" y="758041"/>
                  </a:lnTo>
                  <a:lnTo>
                    <a:pt x="37494" y="730615"/>
                  </a:lnTo>
                  <a:lnTo>
                    <a:pt x="10060" y="689925"/>
                  </a:lnTo>
                  <a:lnTo>
                    <a:pt x="0" y="640080"/>
                  </a:lnTo>
                  <a:lnTo>
                    <a:pt x="0" y="12801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Contents</a:t>
            </a:r>
            <a:endParaRPr sz="4000"/>
          </a:p>
        </p:txBody>
      </p:sp>
      <p:grpSp>
        <p:nvGrpSpPr>
          <p:cNvPr id="16" name="object 16"/>
          <p:cNvGrpSpPr/>
          <p:nvPr/>
        </p:nvGrpSpPr>
        <p:grpSpPr>
          <a:xfrm>
            <a:off x="312420" y="1347216"/>
            <a:ext cx="744220" cy="749935"/>
            <a:chOff x="312420" y="1347216"/>
            <a:chExt cx="744220" cy="749935"/>
          </a:xfrm>
        </p:grpSpPr>
        <p:sp>
          <p:nvSpPr>
            <p:cNvPr id="17" name="object 17"/>
            <p:cNvSpPr/>
            <p:nvPr/>
          </p:nvSpPr>
          <p:spPr>
            <a:xfrm>
              <a:off x="318516" y="1353312"/>
              <a:ext cx="731520" cy="737870"/>
            </a:xfrm>
            <a:custGeom>
              <a:avLst/>
              <a:gdLst/>
              <a:ahLst/>
              <a:cxnLst/>
              <a:rect l="l" t="t" r="r" b="b"/>
              <a:pathLst>
                <a:path w="731519" h="737869">
                  <a:moveTo>
                    <a:pt x="365760" y="0"/>
                  </a:moveTo>
                  <a:lnTo>
                    <a:pt x="319879" y="2873"/>
                  </a:lnTo>
                  <a:lnTo>
                    <a:pt x="275699" y="11262"/>
                  </a:lnTo>
                  <a:lnTo>
                    <a:pt x="233563" y="24822"/>
                  </a:lnTo>
                  <a:lnTo>
                    <a:pt x="193813" y="43207"/>
                  </a:lnTo>
                  <a:lnTo>
                    <a:pt x="156792" y="66072"/>
                  </a:lnTo>
                  <a:lnTo>
                    <a:pt x="122843" y="93071"/>
                  </a:lnTo>
                  <a:lnTo>
                    <a:pt x="92308" y="123859"/>
                  </a:lnTo>
                  <a:lnTo>
                    <a:pt x="65531" y="158090"/>
                  </a:lnTo>
                  <a:lnTo>
                    <a:pt x="42854" y="195420"/>
                  </a:lnTo>
                  <a:lnTo>
                    <a:pt x="24619" y="235502"/>
                  </a:lnTo>
                  <a:lnTo>
                    <a:pt x="11170" y="277990"/>
                  </a:lnTo>
                  <a:lnTo>
                    <a:pt x="2849" y="322541"/>
                  </a:lnTo>
                  <a:lnTo>
                    <a:pt x="0" y="368808"/>
                  </a:lnTo>
                  <a:lnTo>
                    <a:pt x="2849" y="415074"/>
                  </a:lnTo>
                  <a:lnTo>
                    <a:pt x="11170" y="459625"/>
                  </a:lnTo>
                  <a:lnTo>
                    <a:pt x="24619" y="502113"/>
                  </a:lnTo>
                  <a:lnTo>
                    <a:pt x="42854" y="542195"/>
                  </a:lnTo>
                  <a:lnTo>
                    <a:pt x="65531" y="579525"/>
                  </a:lnTo>
                  <a:lnTo>
                    <a:pt x="92308" y="613756"/>
                  </a:lnTo>
                  <a:lnTo>
                    <a:pt x="122843" y="644544"/>
                  </a:lnTo>
                  <a:lnTo>
                    <a:pt x="156792" y="671543"/>
                  </a:lnTo>
                  <a:lnTo>
                    <a:pt x="193813" y="694408"/>
                  </a:lnTo>
                  <a:lnTo>
                    <a:pt x="233563" y="712793"/>
                  </a:lnTo>
                  <a:lnTo>
                    <a:pt x="275699" y="726353"/>
                  </a:lnTo>
                  <a:lnTo>
                    <a:pt x="319879" y="734742"/>
                  </a:lnTo>
                  <a:lnTo>
                    <a:pt x="365760" y="737615"/>
                  </a:lnTo>
                  <a:lnTo>
                    <a:pt x="411640" y="734742"/>
                  </a:lnTo>
                  <a:lnTo>
                    <a:pt x="455820" y="726353"/>
                  </a:lnTo>
                  <a:lnTo>
                    <a:pt x="497956" y="712793"/>
                  </a:lnTo>
                  <a:lnTo>
                    <a:pt x="537706" y="694408"/>
                  </a:lnTo>
                  <a:lnTo>
                    <a:pt x="574727" y="671543"/>
                  </a:lnTo>
                  <a:lnTo>
                    <a:pt x="608676" y="644544"/>
                  </a:lnTo>
                  <a:lnTo>
                    <a:pt x="639211" y="613756"/>
                  </a:lnTo>
                  <a:lnTo>
                    <a:pt x="665988" y="579525"/>
                  </a:lnTo>
                  <a:lnTo>
                    <a:pt x="688665" y="542195"/>
                  </a:lnTo>
                  <a:lnTo>
                    <a:pt x="706900" y="502113"/>
                  </a:lnTo>
                  <a:lnTo>
                    <a:pt x="720349" y="459625"/>
                  </a:lnTo>
                  <a:lnTo>
                    <a:pt x="728670" y="415074"/>
                  </a:lnTo>
                  <a:lnTo>
                    <a:pt x="731520" y="368808"/>
                  </a:lnTo>
                  <a:lnTo>
                    <a:pt x="728670" y="322541"/>
                  </a:lnTo>
                  <a:lnTo>
                    <a:pt x="720349" y="277990"/>
                  </a:lnTo>
                  <a:lnTo>
                    <a:pt x="706900" y="235502"/>
                  </a:lnTo>
                  <a:lnTo>
                    <a:pt x="688665" y="195420"/>
                  </a:lnTo>
                  <a:lnTo>
                    <a:pt x="665988" y="158090"/>
                  </a:lnTo>
                  <a:lnTo>
                    <a:pt x="639211" y="123859"/>
                  </a:lnTo>
                  <a:lnTo>
                    <a:pt x="608676" y="93071"/>
                  </a:lnTo>
                  <a:lnTo>
                    <a:pt x="574727" y="66072"/>
                  </a:lnTo>
                  <a:lnTo>
                    <a:pt x="537706" y="43207"/>
                  </a:lnTo>
                  <a:lnTo>
                    <a:pt x="497956" y="24822"/>
                  </a:lnTo>
                  <a:lnTo>
                    <a:pt x="455820" y="11262"/>
                  </a:lnTo>
                  <a:lnTo>
                    <a:pt x="411640" y="2873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8516" y="1353312"/>
              <a:ext cx="731520" cy="737870"/>
            </a:xfrm>
            <a:custGeom>
              <a:avLst/>
              <a:gdLst/>
              <a:ahLst/>
              <a:cxnLst/>
              <a:rect l="l" t="t" r="r" b="b"/>
              <a:pathLst>
                <a:path w="731519" h="737869">
                  <a:moveTo>
                    <a:pt x="0" y="368808"/>
                  </a:moveTo>
                  <a:lnTo>
                    <a:pt x="2849" y="322541"/>
                  </a:lnTo>
                  <a:lnTo>
                    <a:pt x="11170" y="277990"/>
                  </a:lnTo>
                  <a:lnTo>
                    <a:pt x="24619" y="235502"/>
                  </a:lnTo>
                  <a:lnTo>
                    <a:pt x="42854" y="195420"/>
                  </a:lnTo>
                  <a:lnTo>
                    <a:pt x="65531" y="158090"/>
                  </a:lnTo>
                  <a:lnTo>
                    <a:pt x="92308" y="123859"/>
                  </a:lnTo>
                  <a:lnTo>
                    <a:pt x="122843" y="93071"/>
                  </a:lnTo>
                  <a:lnTo>
                    <a:pt x="156792" y="66072"/>
                  </a:lnTo>
                  <a:lnTo>
                    <a:pt x="193813" y="43207"/>
                  </a:lnTo>
                  <a:lnTo>
                    <a:pt x="233563" y="24822"/>
                  </a:lnTo>
                  <a:lnTo>
                    <a:pt x="275699" y="11262"/>
                  </a:lnTo>
                  <a:lnTo>
                    <a:pt x="319879" y="2873"/>
                  </a:lnTo>
                  <a:lnTo>
                    <a:pt x="365760" y="0"/>
                  </a:lnTo>
                  <a:lnTo>
                    <a:pt x="411640" y="2873"/>
                  </a:lnTo>
                  <a:lnTo>
                    <a:pt x="455820" y="11262"/>
                  </a:lnTo>
                  <a:lnTo>
                    <a:pt x="497956" y="24822"/>
                  </a:lnTo>
                  <a:lnTo>
                    <a:pt x="537706" y="43207"/>
                  </a:lnTo>
                  <a:lnTo>
                    <a:pt x="574727" y="66072"/>
                  </a:lnTo>
                  <a:lnTo>
                    <a:pt x="608676" y="93071"/>
                  </a:lnTo>
                  <a:lnTo>
                    <a:pt x="639211" y="123859"/>
                  </a:lnTo>
                  <a:lnTo>
                    <a:pt x="665988" y="158090"/>
                  </a:lnTo>
                  <a:lnTo>
                    <a:pt x="688665" y="195420"/>
                  </a:lnTo>
                  <a:lnTo>
                    <a:pt x="706900" y="235502"/>
                  </a:lnTo>
                  <a:lnTo>
                    <a:pt x="720349" y="277990"/>
                  </a:lnTo>
                  <a:lnTo>
                    <a:pt x="728670" y="322541"/>
                  </a:lnTo>
                  <a:lnTo>
                    <a:pt x="731520" y="368808"/>
                  </a:lnTo>
                  <a:lnTo>
                    <a:pt x="728670" y="415074"/>
                  </a:lnTo>
                  <a:lnTo>
                    <a:pt x="720349" y="459625"/>
                  </a:lnTo>
                  <a:lnTo>
                    <a:pt x="706900" y="502113"/>
                  </a:lnTo>
                  <a:lnTo>
                    <a:pt x="688665" y="542195"/>
                  </a:lnTo>
                  <a:lnTo>
                    <a:pt x="665988" y="579525"/>
                  </a:lnTo>
                  <a:lnTo>
                    <a:pt x="639211" y="613756"/>
                  </a:lnTo>
                  <a:lnTo>
                    <a:pt x="608676" y="644544"/>
                  </a:lnTo>
                  <a:lnTo>
                    <a:pt x="574727" y="671543"/>
                  </a:lnTo>
                  <a:lnTo>
                    <a:pt x="537706" y="694408"/>
                  </a:lnTo>
                  <a:lnTo>
                    <a:pt x="497956" y="712793"/>
                  </a:lnTo>
                  <a:lnTo>
                    <a:pt x="455820" y="726353"/>
                  </a:lnTo>
                  <a:lnTo>
                    <a:pt x="411640" y="734742"/>
                  </a:lnTo>
                  <a:lnTo>
                    <a:pt x="365760" y="737615"/>
                  </a:lnTo>
                  <a:lnTo>
                    <a:pt x="319879" y="734742"/>
                  </a:lnTo>
                  <a:lnTo>
                    <a:pt x="275699" y="726353"/>
                  </a:lnTo>
                  <a:lnTo>
                    <a:pt x="233563" y="712793"/>
                  </a:lnTo>
                  <a:lnTo>
                    <a:pt x="193813" y="694408"/>
                  </a:lnTo>
                  <a:lnTo>
                    <a:pt x="156792" y="671543"/>
                  </a:lnTo>
                  <a:lnTo>
                    <a:pt x="122843" y="644544"/>
                  </a:lnTo>
                  <a:lnTo>
                    <a:pt x="92308" y="613756"/>
                  </a:lnTo>
                  <a:lnTo>
                    <a:pt x="65531" y="579525"/>
                  </a:lnTo>
                  <a:lnTo>
                    <a:pt x="42854" y="542195"/>
                  </a:lnTo>
                  <a:lnTo>
                    <a:pt x="24619" y="502113"/>
                  </a:lnTo>
                  <a:lnTo>
                    <a:pt x="11170" y="459625"/>
                  </a:lnTo>
                  <a:lnTo>
                    <a:pt x="2849" y="415074"/>
                  </a:lnTo>
                  <a:lnTo>
                    <a:pt x="0" y="368808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1964" y="1484122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12420" y="2532888"/>
            <a:ext cx="737870" cy="756285"/>
            <a:chOff x="312420" y="2532888"/>
            <a:chExt cx="737870" cy="756285"/>
          </a:xfrm>
        </p:grpSpPr>
        <p:sp>
          <p:nvSpPr>
            <p:cNvPr id="21" name="object 21"/>
            <p:cNvSpPr/>
            <p:nvPr/>
          </p:nvSpPr>
          <p:spPr>
            <a:xfrm>
              <a:off x="318516" y="2538984"/>
              <a:ext cx="725805" cy="744220"/>
            </a:xfrm>
            <a:custGeom>
              <a:avLst/>
              <a:gdLst/>
              <a:ahLst/>
              <a:cxnLst/>
              <a:rect l="l" t="t" r="r" b="b"/>
              <a:pathLst>
                <a:path w="725805" h="744220">
                  <a:moveTo>
                    <a:pt x="362712" y="0"/>
                  </a:moveTo>
                  <a:lnTo>
                    <a:pt x="317214" y="2897"/>
                  </a:lnTo>
                  <a:lnTo>
                    <a:pt x="273403" y="11357"/>
                  </a:lnTo>
                  <a:lnTo>
                    <a:pt x="231619" y="25031"/>
                  </a:lnTo>
                  <a:lnTo>
                    <a:pt x="192200" y="43571"/>
                  </a:lnTo>
                  <a:lnTo>
                    <a:pt x="155488" y="66627"/>
                  </a:lnTo>
                  <a:lnTo>
                    <a:pt x="121821" y="93851"/>
                  </a:lnTo>
                  <a:lnTo>
                    <a:pt x="91541" y="124896"/>
                  </a:lnTo>
                  <a:lnTo>
                    <a:pt x="64986" y="159411"/>
                  </a:lnTo>
                  <a:lnTo>
                    <a:pt x="42498" y="197049"/>
                  </a:lnTo>
                  <a:lnTo>
                    <a:pt x="24415" y="237461"/>
                  </a:lnTo>
                  <a:lnTo>
                    <a:pt x="11077" y="280299"/>
                  </a:lnTo>
                  <a:lnTo>
                    <a:pt x="2826" y="325213"/>
                  </a:lnTo>
                  <a:lnTo>
                    <a:pt x="0" y="371855"/>
                  </a:lnTo>
                  <a:lnTo>
                    <a:pt x="2826" y="418498"/>
                  </a:lnTo>
                  <a:lnTo>
                    <a:pt x="11077" y="463412"/>
                  </a:lnTo>
                  <a:lnTo>
                    <a:pt x="24415" y="506250"/>
                  </a:lnTo>
                  <a:lnTo>
                    <a:pt x="42498" y="546662"/>
                  </a:lnTo>
                  <a:lnTo>
                    <a:pt x="64986" y="584300"/>
                  </a:lnTo>
                  <a:lnTo>
                    <a:pt x="91541" y="618815"/>
                  </a:lnTo>
                  <a:lnTo>
                    <a:pt x="121821" y="649860"/>
                  </a:lnTo>
                  <a:lnTo>
                    <a:pt x="155488" y="677084"/>
                  </a:lnTo>
                  <a:lnTo>
                    <a:pt x="192200" y="700140"/>
                  </a:lnTo>
                  <a:lnTo>
                    <a:pt x="231619" y="718680"/>
                  </a:lnTo>
                  <a:lnTo>
                    <a:pt x="273403" y="732354"/>
                  </a:lnTo>
                  <a:lnTo>
                    <a:pt x="317214" y="740814"/>
                  </a:lnTo>
                  <a:lnTo>
                    <a:pt x="362712" y="743712"/>
                  </a:lnTo>
                  <a:lnTo>
                    <a:pt x="408209" y="740814"/>
                  </a:lnTo>
                  <a:lnTo>
                    <a:pt x="452020" y="732354"/>
                  </a:lnTo>
                  <a:lnTo>
                    <a:pt x="493804" y="718680"/>
                  </a:lnTo>
                  <a:lnTo>
                    <a:pt x="533223" y="700140"/>
                  </a:lnTo>
                  <a:lnTo>
                    <a:pt x="569935" y="677084"/>
                  </a:lnTo>
                  <a:lnTo>
                    <a:pt x="603602" y="649860"/>
                  </a:lnTo>
                  <a:lnTo>
                    <a:pt x="633882" y="618815"/>
                  </a:lnTo>
                  <a:lnTo>
                    <a:pt x="660437" y="584300"/>
                  </a:lnTo>
                  <a:lnTo>
                    <a:pt x="682925" y="546662"/>
                  </a:lnTo>
                  <a:lnTo>
                    <a:pt x="701008" y="506250"/>
                  </a:lnTo>
                  <a:lnTo>
                    <a:pt x="714346" y="463412"/>
                  </a:lnTo>
                  <a:lnTo>
                    <a:pt x="722597" y="418498"/>
                  </a:lnTo>
                  <a:lnTo>
                    <a:pt x="725424" y="371855"/>
                  </a:lnTo>
                  <a:lnTo>
                    <a:pt x="722597" y="325213"/>
                  </a:lnTo>
                  <a:lnTo>
                    <a:pt x="714346" y="280299"/>
                  </a:lnTo>
                  <a:lnTo>
                    <a:pt x="701008" y="237461"/>
                  </a:lnTo>
                  <a:lnTo>
                    <a:pt x="682925" y="197049"/>
                  </a:lnTo>
                  <a:lnTo>
                    <a:pt x="660437" y="159411"/>
                  </a:lnTo>
                  <a:lnTo>
                    <a:pt x="633882" y="124896"/>
                  </a:lnTo>
                  <a:lnTo>
                    <a:pt x="603602" y="93851"/>
                  </a:lnTo>
                  <a:lnTo>
                    <a:pt x="569935" y="66627"/>
                  </a:lnTo>
                  <a:lnTo>
                    <a:pt x="533223" y="43571"/>
                  </a:lnTo>
                  <a:lnTo>
                    <a:pt x="493804" y="25031"/>
                  </a:lnTo>
                  <a:lnTo>
                    <a:pt x="452020" y="11357"/>
                  </a:lnTo>
                  <a:lnTo>
                    <a:pt x="408209" y="2897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8516" y="2538984"/>
              <a:ext cx="725805" cy="744220"/>
            </a:xfrm>
            <a:custGeom>
              <a:avLst/>
              <a:gdLst/>
              <a:ahLst/>
              <a:cxnLst/>
              <a:rect l="l" t="t" r="r" b="b"/>
              <a:pathLst>
                <a:path w="725805" h="744220">
                  <a:moveTo>
                    <a:pt x="0" y="371855"/>
                  </a:moveTo>
                  <a:lnTo>
                    <a:pt x="2826" y="325213"/>
                  </a:lnTo>
                  <a:lnTo>
                    <a:pt x="11077" y="280299"/>
                  </a:lnTo>
                  <a:lnTo>
                    <a:pt x="24415" y="237461"/>
                  </a:lnTo>
                  <a:lnTo>
                    <a:pt x="42498" y="197049"/>
                  </a:lnTo>
                  <a:lnTo>
                    <a:pt x="64986" y="159411"/>
                  </a:lnTo>
                  <a:lnTo>
                    <a:pt x="91541" y="124896"/>
                  </a:lnTo>
                  <a:lnTo>
                    <a:pt x="121821" y="93851"/>
                  </a:lnTo>
                  <a:lnTo>
                    <a:pt x="155488" y="66627"/>
                  </a:lnTo>
                  <a:lnTo>
                    <a:pt x="192200" y="43571"/>
                  </a:lnTo>
                  <a:lnTo>
                    <a:pt x="231619" y="25031"/>
                  </a:lnTo>
                  <a:lnTo>
                    <a:pt x="273403" y="11357"/>
                  </a:lnTo>
                  <a:lnTo>
                    <a:pt x="317214" y="2897"/>
                  </a:lnTo>
                  <a:lnTo>
                    <a:pt x="362712" y="0"/>
                  </a:lnTo>
                  <a:lnTo>
                    <a:pt x="408209" y="2897"/>
                  </a:lnTo>
                  <a:lnTo>
                    <a:pt x="452020" y="11357"/>
                  </a:lnTo>
                  <a:lnTo>
                    <a:pt x="493804" y="25031"/>
                  </a:lnTo>
                  <a:lnTo>
                    <a:pt x="533223" y="43571"/>
                  </a:lnTo>
                  <a:lnTo>
                    <a:pt x="569935" y="66627"/>
                  </a:lnTo>
                  <a:lnTo>
                    <a:pt x="603602" y="93851"/>
                  </a:lnTo>
                  <a:lnTo>
                    <a:pt x="633882" y="124896"/>
                  </a:lnTo>
                  <a:lnTo>
                    <a:pt x="660437" y="159411"/>
                  </a:lnTo>
                  <a:lnTo>
                    <a:pt x="682925" y="197049"/>
                  </a:lnTo>
                  <a:lnTo>
                    <a:pt x="701008" y="237461"/>
                  </a:lnTo>
                  <a:lnTo>
                    <a:pt x="714346" y="280299"/>
                  </a:lnTo>
                  <a:lnTo>
                    <a:pt x="722597" y="325213"/>
                  </a:lnTo>
                  <a:lnTo>
                    <a:pt x="725424" y="371855"/>
                  </a:lnTo>
                  <a:lnTo>
                    <a:pt x="722597" y="418498"/>
                  </a:lnTo>
                  <a:lnTo>
                    <a:pt x="714346" y="463412"/>
                  </a:lnTo>
                  <a:lnTo>
                    <a:pt x="701008" y="506250"/>
                  </a:lnTo>
                  <a:lnTo>
                    <a:pt x="682925" y="546662"/>
                  </a:lnTo>
                  <a:lnTo>
                    <a:pt x="660437" y="584300"/>
                  </a:lnTo>
                  <a:lnTo>
                    <a:pt x="633882" y="618815"/>
                  </a:lnTo>
                  <a:lnTo>
                    <a:pt x="603602" y="649860"/>
                  </a:lnTo>
                  <a:lnTo>
                    <a:pt x="569935" y="677084"/>
                  </a:lnTo>
                  <a:lnTo>
                    <a:pt x="533223" y="700140"/>
                  </a:lnTo>
                  <a:lnTo>
                    <a:pt x="493804" y="718680"/>
                  </a:lnTo>
                  <a:lnTo>
                    <a:pt x="452020" y="732354"/>
                  </a:lnTo>
                  <a:lnTo>
                    <a:pt x="408209" y="740814"/>
                  </a:lnTo>
                  <a:lnTo>
                    <a:pt x="362712" y="743712"/>
                  </a:lnTo>
                  <a:lnTo>
                    <a:pt x="317214" y="740814"/>
                  </a:lnTo>
                  <a:lnTo>
                    <a:pt x="273403" y="732354"/>
                  </a:lnTo>
                  <a:lnTo>
                    <a:pt x="231619" y="718680"/>
                  </a:lnTo>
                  <a:lnTo>
                    <a:pt x="192200" y="700140"/>
                  </a:lnTo>
                  <a:lnTo>
                    <a:pt x="155488" y="677084"/>
                  </a:lnTo>
                  <a:lnTo>
                    <a:pt x="121821" y="649860"/>
                  </a:lnTo>
                  <a:lnTo>
                    <a:pt x="91541" y="618815"/>
                  </a:lnTo>
                  <a:lnTo>
                    <a:pt x="64986" y="584300"/>
                  </a:lnTo>
                  <a:lnTo>
                    <a:pt x="42498" y="546662"/>
                  </a:lnTo>
                  <a:lnTo>
                    <a:pt x="24415" y="506250"/>
                  </a:lnTo>
                  <a:lnTo>
                    <a:pt x="11077" y="463412"/>
                  </a:lnTo>
                  <a:lnTo>
                    <a:pt x="2826" y="418498"/>
                  </a:lnTo>
                  <a:lnTo>
                    <a:pt x="0" y="371855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79221" y="2673223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23088" y="3505200"/>
            <a:ext cx="733425" cy="756285"/>
            <a:chOff x="323088" y="3505200"/>
            <a:chExt cx="733425" cy="756285"/>
          </a:xfrm>
        </p:grpSpPr>
        <p:sp>
          <p:nvSpPr>
            <p:cNvPr id="25" name="object 25"/>
            <p:cNvSpPr/>
            <p:nvPr/>
          </p:nvSpPr>
          <p:spPr>
            <a:xfrm>
              <a:off x="329184" y="3511295"/>
              <a:ext cx="721360" cy="744220"/>
            </a:xfrm>
            <a:custGeom>
              <a:avLst/>
              <a:gdLst/>
              <a:ahLst/>
              <a:cxnLst/>
              <a:rect l="l" t="t" r="r" b="b"/>
              <a:pathLst>
                <a:path w="721360" h="744220">
                  <a:moveTo>
                    <a:pt x="360425" y="0"/>
                  </a:moveTo>
                  <a:lnTo>
                    <a:pt x="315214" y="2897"/>
                  </a:lnTo>
                  <a:lnTo>
                    <a:pt x="271679" y="11357"/>
                  </a:lnTo>
                  <a:lnTo>
                    <a:pt x="230157" y="25031"/>
                  </a:lnTo>
                  <a:lnTo>
                    <a:pt x="190987" y="43571"/>
                  </a:lnTo>
                  <a:lnTo>
                    <a:pt x="154505" y="66627"/>
                  </a:lnTo>
                  <a:lnTo>
                    <a:pt x="121051" y="93851"/>
                  </a:lnTo>
                  <a:lnTo>
                    <a:pt x="90962" y="124896"/>
                  </a:lnTo>
                  <a:lnTo>
                    <a:pt x="64575" y="159411"/>
                  </a:lnTo>
                  <a:lnTo>
                    <a:pt x="42229" y="197049"/>
                  </a:lnTo>
                  <a:lnTo>
                    <a:pt x="24260" y="237461"/>
                  </a:lnTo>
                  <a:lnTo>
                    <a:pt x="11007" y="280299"/>
                  </a:lnTo>
                  <a:lnTo>
                    <a:pt x="2808" y="325213"/>
                  </a:lnTo>
                  <a:lnTo>
                    <a:pt x="0" y="371855"/>
                  </a:lnTo>
                  <a:lnTo>
                    <a:pt x="2808" y="418498"/>
                  </a:lnTo>
                  <a:lnTo>
                    <a:pt x="11007" y="463412"/>
                  </a:lnTo>
                  <a:lnTo>
                    <a:pt x="24260" y="506250"/>
                  </a:lnTo>
                  <a:lnTo>
                    <a:pt x="42229" y="546662"/>
                  </a:lnTo>
                  <a:lnTo>
                    <a:pt x="64575" y="584300"/>
                  </a:lnTo>
                  <a:lnTo>
                    <a:pt x="90962" y="618815"/>
                  </a:lnTo>
                  <a:lnTo>
                    <a:pt x="121051" y="649860"/>
                  </a:lnTo>
                  <a:lnTo>
                    <a:pt x="154505" y="677084"/>
                  </a:lnTo>
                  <a:lnTo>
                    <a:pt x="190987" y="700140"/>
                  </a:lnTo>
                  <a:lnTo>
                    <a:pt x="230157" y="718680"/>
                  </a:lnTo>
                  <a:lnTo>
                    <a:pt x="271679" y="732354"/>
                  </a:lnTo>
                  <a:lnTo>
                    <a:pt x="315214" y="740814"/>
                  </a:lnTo>
                  <a:lnTo>
                    <a:pt x="360425" y="743711"/>
                  </a:lnTo>
                  <a:lnTo>
                    <a:pt x="405637" y="740814"/>
                  </a:lnTo>
                  <a:lnTo>
                    <a:pt x="449172" y="732354"/>
                  </a:lnTo>
                  <a:lnTo>
                    <a:pt x="490694" y="718680"/>
                  </a:lnTo>
                  <a:lnTo>
                    <a:pt x="529864" y="700140"/>
                  </a:lnTo>
                  <a:lnTo>
                    <a:pt x="566346" y="677084"/>
                  </a:lnTo>
                  <a:lnTo>
                    <a:pt x="599800" y="649860"/>
                  </a:lnTo>
                  <a:lnTo>
                    <a:pt x="629889" y="618815"/>
                  </a:lnTo>
                  <a:lnTo>
                    <a:pt x="656276" y="584300"/>
                  </a:lnTo>
                  <a:lnTo>
                    <a:pt x="678622" y="546662"/>
                  </a:lnTo>
                  <a:lnTo>
                    <a:pt x="696591" y="506250"/>
                  </a:lnTo>
                  <a:lnTo>
                    <a:pt x="709844" y="463412"/>
                  </a:lnTo>
                  <a:lnTo>
                    <a:pt x="718043" y="418498"/>
                  </a:lnTo>
                  <a:lnTo>
                    <a:pt x="720852" y="371855"/>
                  </a:lnTo>
                  <a:lnTo>
                    <a:pt x="718043" y="325213"/>
                  </a:lnTo>
                  <a:lnTo>
                    <a:pt x="709844" y="280299"/>
                  </a:lnTo>
                  <a:lnTo>
                    <a:pt x="696591" y="237461"/>
                  </a:lnTo>
                  <a:lnTo>
                    <a:pt x="678622" y="197049"/>
                  </a:lnTo>
                  <a:lnTo>
                    <a:pt x="656276" y="159411"/>
                  </a:lnTo>
                  <a:lnTo>
                    <a:pt x="629889" y="124896"/>
                  </a:lnTo>
                  <a:lnTo>
                    <a:pt x="599800" y="93851"/>
                  </a:lnTo>
                  <a:lnTo>
                    <a:pt x="566346" y="66627"/>
                  </a:lnTo>
                  <a:lnTo>
                    <a:pt x="529864" y="43571"/>
                  </a:lnTo>
                  <a:lnTo>
                    <a:pt x="490694" y="25031"/>
                  </a:lnTo>
                  <a:lnTo>
                    <a:pt x="449172" y="11357"/>
                  </a:lnTo>
                  <a:lnTo>
                    <a:pt x="405637" y="2897"/>
                  </a:lnTo>
                  <a:lnTo>
                    <a:pt x="360425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9184" y="3511295"/>
              <a:ext cx="721360" cy="744220"/>
            </a:xfrm>
            <a:custGeom>
              <a:avLst/>
              <a:gdLst/>
              <a:ahLst/>
              <a:cxnLst/>
              <a:rect l="l" t="t" r="r" b="b"/>
              <a:pathLst>
                <a:path w="721360" h="744220">
                  <a:moveTo>
                    <a:pt x="0" y="371855"/>
                  </a:moveTo>
                  <a:lnTo>
                    <a:pt x="2808" y="325213"/>
                  </a:lnTo>
                  <a:lnTo>
                    <a:pt x="11007" y="280299"/>
                  </a:lnTo>
                  <a:lnTo>
                    <a:pt x="24260" y="237461"/>
                  </a:lnTo>
                  <a:lnTo>
                    <a:pt x="42229" y="197049"/>
                  </a:lnTo>
                  <a:lnTo>
                    <a:pt x="64575" y="159411"/>
                  </a:lnTo>
                  <a:lnTo>
                    <a:pt x="90962" y="124896"/>
                  </a:lnTo>
                  <a:lnTo>
                    <a:pt x="121051" y="93851"/>
                  </a:lnTo>
                  <a:lnTo>
                    <a:pt x="154505" y="66627"/>
                  </a:lnTo>
                  <a:lnTo>
                    <a:pt x="190987" y="43571"/>
                  </a:lnTo>
                  <a:lnTo>
                    <a:pt x="230157" y="25031"/>
                  </a:lnTo>
                  <a:lnTo>
                    <a:pt x="271679" y="11357"/>
                  </a:lnTo>
                  <a:lnTo>
                    <a:pt x="315214" y="2897"/>
                  </a:lnTo>
                  <a:lnTo>
                    <a:pt x="360425" y="0"/>
                  </a:lnTo>
                  <a:lnTo>
                    <a:pt x="405637" y="2897"/>
                  </a:lnTo>
                  <a:lnTo>
                    <a:pt x="449172" y="11357"/>
                  </a:lnTo>
                  <a:lnTo>
                    <a:pt x="490694" y="25031"/>
                  </a:lnTo>
                  <a:lnTo>
                    <a:pt x="529864" y="43571"/>
                  </a:lnTo>
                  <a:lnTo>
                    <a:pt x="566346" y="66627"/>
                  </a:lnTo>
                  <a:lnTo>
                    <a:pt x="599800" y="93851"/>
                  </a:lnTo>
                  <a:lnTo>
                    <a:pt x="629889" y="124896"/>
                  </a:lnTo>
                  <a:lnTo>
                    <a:pt x="656276" y="159411"/>
                  </a:lnTo>
                  <a:lnTo>
                    <a:pt x="678622" y="197049"/>
                  </a:lnTo>
                  <a:lnTo>
                    <a:pt x="696591" y="237461"/>
                  </a:lnTo>
                  <a:lnTo>
                    <a:pt x="709844" y="280299"/>
                  </a:lnTo>
                  <a:lnTo>
                    <a:pt x="718043" y="325213"/>
                  </a:lnTo>
                  <a:lnTo>
                    <a:pt x="720852" y="371855"/>
                  </a:lnTo>
                  <a:lnTo>
                    <a:pt x="718043" y="418498"/>
                  </a:lnTo>
                  <a:lnTo>
                    <a:pt x="709844" y="463412"/>
                  </a:lnTo>
                  <a:lnTo>
                    <a:pt x="696591" y="506250"/>
                  </a:lnTo>
                  <a:lnTo>
                    <a:pt x="678622" y="546662"/>
                  </a:lnTo>
                  <a:lnTo>
                    <a:pt x="656276" y="584300"/>
                  </a:lnTo>
                  <a:lnTo>
                    <a:pt x="629889" y="618815"/>
                  </a:lnTo>
                  <a:lnTo>
                    <a:pt x="599800" y="649860"/>
                  </a:lnTo>
                  <a:lnTo>
                    <a:pt x="566346" y="677084"/>
                  </a:lnTo>
                  <a:lnTo>
                    <a:pt x="529864" y="700140"/>
                  </a:lnTo>
                  <a:lnTo>
                    <a:pt x="490694" y="718680"/>
                  </a:lnTo>
                  <a:lnTo>
                    <a:pt x="449172" y="732354"/>
                  </a:lnTo>
                  <a:lnTo>
                    <a:pt x="405637" y="740814"/>
                  </a:lnTo>
                  <a:lnTo>
                    <a:pt x="360425" y="743711"/>
                  </a:lnTo>
                  <a:lnTo>
                    <a:pt x="315214" y="740814"/>
                  </a:lnTo>
                  <a:lnTo>
                    <a:pt x="271679" y="732354"/>
                  </a:lnTo>
                  <a:lnTo>
                    <a:pt x="230157" y="718680"/>
                  </a:lnTo>
                  <a:lnTo>
                    <a:pt x="190987" y="700140"/>
                  </a:lnTo>
                  <a:lnTo>
                    <a:pt x="154505" y="677084"/>
                  </a:lnTo>
                  <a:lnTo>
                    <a:pt x="121051" y="649860"/>
                  </a:lnTo>
                  <a:lnTo>
                    <a:pt x="90962" y="618815"/>
                  </a:lnTo>
                  <a:lnTo>
                    <a:pt x="64575" y="584300"/>
                  </a:lnTo>
                  <a:lnTo>
                    <a:pt x="42229" y="546662"/>
                  </a:lnTo>
                  <a:lnTo>
                    <a:pt x="24260" y="506250"/>
                  </a:lnTo>
                  <a:lnTo>
                    <a:pt x="11007" y="463412"/>
                  </a:lnTo>
                  <a:lnTo>
                    <a:pt x="2808" y="418498"/>
                  </a:lnTo>
                  <a:lnTo>
                    <a:pt x="0" y="371855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87146" y="3644849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Times New Roman"/>
                <a:cs typeface="Times New Roman"/>
              </a:rPr>
              <a:t>8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23088" y="4468367"/>
            <a:ext cx="733425" cy="756285"/>
            <a:chOff x="323088" y="4468367"/>
            <a:chExt cx="733425" cy="756285"/>
          </a:xfrm>
        </p:grpSpPr>
        <p:sp>
          <p:nvSpPr>
            <p:cNvPr id="29" name="object 29"/>
            <p:cNvSpPr/>
            <p:nvPr/>
          </p:nvSpPr>
          <p:spPr>
            <a:xfrm>
              <a:off x="329184" y="4474463"/>
              <a:ext cx="721360" cy="744220"/>
            </a:xfrm>
            <a:custGeom>
              <a:avLst/>
              <a:gdLst/>
              <a:ahLst/>
              <a:cxnLst/>
              <a:rect l="l" t="t" r="r" b="b"/>
              <a:pathLst>
                <a:path w="721360" h="744220">
                  <a:moveTo>
                    <a:pt x="360425" y="0"/>
                  </a:moveTo>
                  <a:lnTo>
                    <a:pt x="315214" y="2897"/>
                  </a:lnTo>
                  <a:lnTo>
                    <a:pt x="271679" y="11357"/>
                  </a:lnTo>
                  <a:lnTo>
                    <a:pt x="230157" y="25031"/>
                  </a:lnTo>
                  <a:lnTo>
                    <a:pt x="190987" y="43571"/>
                  </a:lnTo>
                  <a:lnTo>
                    <a:pt x="154505" y="66627"/>
                  </a:lnTo>
                  <a:lnTo>
                    <a:pt x="121051" y="93851"/>
                  </a:lnTo>
                  <a:lnTo>
                    <a:pt x="90962" y="124896"/>
                  </a:lnTo>
                  <a:lnTo>
                    <a:pt x="64575" y="159411"/>
                  </a:lnTo>
                  <a:lnTo>
                    <a:pt x="42229" y="197049"/>
                  </a:lnTo>
                  <a:lnTo>
                    <a:pt x="24260" y="237461"/>
                  </a:lnTo>
                  <a:lnTo>
                    <a:pt x="11007" y="280299"/>
                  </a:lnTo>
                  <a:lnTo>
                    <a:pt x="2808" y="325213"/>
                  </a:lnTo>
                  <a:lnTo>
                    <a:pt x="0" y="371856"/>
                  </a:lnTo>
                  <a:lnTo>
                    <a:pt x="2808" y="418498"/>
                  </a:lnTo>
                  <a:lnTo>
                    <a:pt x="11007" y="463412"/>
                  </a:lnTo>
                  <a:lnTo>
                    <a:pt x="24260" y="506250"/>
                  </a:lnTo>
                  <a:lnTo>
                    <a:pt x="42229" y="546662"/>
                  </a:lnTo>
                  <a:lnTo>
                    <a:pt x="64575" y="584300"/>
                  </a:lnTo>
                  <a:lnTo>
                    <a:pt x="90962" y="618815"/>
                  </a:lnTo>
                  <a:lnTo>
                    <a:pt x="121051" y="649860"/>
                  </a:lnTo>
                  <a:lnTo>
                    <a:pt x="154505" y="677084"/>
                  </a:lnTo>
                  <a:lnTo>
                    <a:pt x="190987" y="700140"/>
                  </a:lnTo>
                  <a:lnTo>
                    <a:pt x="230157" y="718680"/>
                  </a:lnTo>
                  <a:lnTo>
                    <a:pt x="271679" y="732354"/>
                  </a:lnTo>
                  <a:lnTo>
                    <a:pt x="315214" y="740814"/>
                  </a:lnTo>
                  <a:lnTo>
                    <a:pt x="360425" y="743712"/>
                  </a:lnTo>
                  <a:lnTo>
                    <a:pt x="405637" y="740814"/>
                  </a:lnTo>
                  <a:lnTo>
                    <a:pt x="449172" y="732354"/>
                  </a:lnTo>
                  <a:lnTo>
                    <a:pt x="490694" y="718680"/>
                  </a:lnTo>
                  <a:lnTo>
                    <a:pt x="529864" y="700140"/>
                  </a:lnTo>
                  <a:lnTo>
                    <a:pt x="566346" y="677084"/>
                  </a:lnTo>
                  <a:lnTo>
                    <a:pt x="599800" y="649860"/>
                  </a:lnTo>
                  <a:lnTo>
                    <a:pt x="629889" y="618815"/>
                  </a:lnTo>
                  <a:lnTo>
                    <a:pt x="656276" y="584300"/>
                  </a:lnTo>
                  <a:lnTo>
                    <a:pt x="678622" y="546662"/>
                  </a:lnTo>
                  <a:lnTo>
                    <a:pt x="696591" y="506250"/>
                  </a:lnTo>
                  <a:lnTo>
                    <a:pt x="709844" y="463412"/>
                  </a:lnTo>
                  <a:lnTo>
                    <a:pt x="718043" y="418498"/>
                  </a:lnTo>
                  <a:lnTo>
                    <a:pt x="720852" y="371856"/>
                  </a:lnTo>
                  <a:lnTo>
                    <a:pt x="718043" y="325213"/>
                  </a:lnTo>
                  <a:lnTo>
                    <a:pt x="709844" y="280299"/>
                  </a:lnTo>
                  <a:lnTo>
                    <a:pt x="696591" y="237461"/>
                  </a:lnTo>
                  <a:lnTo>
                    <a:pt x="678622" y="197049"/>
                  </a:lnTo>
                  <a:lnTo>
                    <a:pt x="656276" y="159411"/>
                  </a:lnTo>
                  <a:lnTo>
                    <a:pt x="629889" y="124896"/>
                  </a:lnTo>
                  <a:lnTo>
                    <a:pt x="599800" y="93851"/>
                  </a:lnTo>
                  <a:lnTo>
                    <a:pt x="566346" y="66627"/>
                  </a:lnTo>
                  <a:lnTo>
                    <a:pt x="529864" y="43571"/>
                  </a:lnTo>
                  <a:lnTo>
                    <a:pt x="490694" y="25031"/>
                  </a:lnTo>
                  <a:lnTo>
                    <a:pt x="449172" y="11357"/>
                  </a:lnTo>
                  <a:lnTo>
                    <a:pt x="405637" y="2897"/>
                  </a:lnTo>
                  <a:lnTo>
                    <a:pt x="360425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9184" y="4474463"/>
              <a:ext cx="721360" cy="744220"/>
            </a:xfrm>
            <a:custGeom>
              <a:avLst/>
              <a:gdLst/>
              <a:ahLst/>
              <a:cxnLst/>
              <a:rect l="l" t="t" r="r" b="b"/>
              <a:pathLst>
                <a:path w="721360" h="744220">
                  <a:moveTo>
                    <a:pt x="0" y="371856"/>
                  </a:moveTo>
                  <a:lnTo>
                    <a:pt x="2808" y="325213"/>
                  </a:lnTo>
                  <a:lnTo>
                    <a:pt x="11007" y="280299"/>
                  </a:lnTo>
                  <a:lnTo>
                    <a:pt x="24260" y="237461"/>
                  </a:lnTo>
                  <a:lnTo>
                    <a:pt x="42229" y="197049"/>
                  </a:lnTo>
                  <a:lnTo>
                    <a:pt x="64575" y="159411"/>
                  </a:lnTo>
                  <a:lnTo>
                    <a:pt x="90962" y="124896"/>
                  </a:lnTo>
                  <a:lnTo>
                    <a:pt x="121051" y="93851"/>
                  </a:lnTo>
                  <a:lnTo>
                    <a:pt x="154505" y="66627"/>
                  </a:lnTo>
                  <a:lnTo>
                    <a:pt x="190987" y="43571"/>
                  </a:lnTo>
                  <a:lnTo>
                    <a:pt x="230157" y="25031"/>
                  </a:lnTo>
                  <a:lnTo>
                    <a:pt x="271679" y="11357"/>
                  </a:lnTo>
                  <a:lnTo>
                    <a:pt x="315214" y="2897"/>
                  </a:lnTo>
                  <a:lnTo>
                    <a:pt x="360425" y="0"/>
                  </a:lnTo>
                  <a:lnTo>
                    <a:pt x="405637" y="2897"/>
                  </a:lnTo>
                  <a:lnTo>
                    <a:pt x="449172" y="11357"/>
                  </a:lnTo>
                  <a:lnTo>
                    <a:pt x="490694" y="25031"/>
                  </a:lnTo>
                  <a:lnTo>
                    <a:pt x="529864" y="43571"/>
                  </a:lnTo>
                  <a:lnTo>
                    <a:pt x="566346" y="66627"/>
                  </a:lnTo>
                  <a:lnTo>
                    <a:pt x="599800" y="93851"/>
                  </a:lnTo>
                  <a:lnTo>
                    <a:pt x="629889" y="124896"/>
                  </a:lnTo>
                  <a:lnTo>
                    <a:pt x="656276" y="159411"/>
                  </a:lnTo>
                  <a:lnTo>
                    <a:pt x="678622" y="197049"/>
                  </a:lnTo>
                  <a:lnTo>
                    <a:pt x="696591" y="237461"/>
                  </a:lnTo>
                  <a:lnTo>
                    <a:pt x="709844" y="280299"/>
                  </a:lnTo>
                  <a:lnTo>
                    <a:pt x="718043" y="325213"/>
                  </a:lnTo>
                  <a:lnTo>
                    <a:pt x="720852" y="371856"/>
                  </a:lnTo>
                  <a:lnTo>
                    <a:pt x="718043" y="418498"/>
                  </a:lnTo>
                  <a:lnTo>
                    <a:pt x="709844" y="463412"/>
                  </a:lnTo>
                  <a:lnTo>
                    <a:pt x="696591" y="506250"/>
                  </a:lnTo>
                  <a:lnTo>
                    <a:pt x="678622" y="546662"/>
                  </a:lnTo>
                  <a:lnTo>
                    <a:pt x="656276" y="584300"/>
                  </a:lnTo>
                  <a:lnTo>
                    <a:pt x="629889" y="618815"/>
                  </a:lnTo>
                  <a:lnTo>
                    <a:pt x="599800" y="649860"/>
                  </a:lnTo>
                  <a:lnTo>
                    <a:pt x="566346" y="677084"/>
                  </a:lnTo>
                  <a:lnTo>
                    <a:pt x="529864" y="700140"/>
                  </a:lnTo>
                  <a:lnTo>
                    <a:pt x="490694" y="718680"/>
                  </a:lnTo>
                  <a:lnTo>
                    <a:pt x="449172" y="732354"/>
                  </a:lnTo>
                  <a:lnTo>
                    <a:pt x="405637" y="740814"/>
                  </a:lnTo>
                  <a:lnTo>
                    <a:pt x="360425" y="743712"/>
                  </a:lnTo>
                  <a:lnTo>
                    <a:pt x="315214" y="740814"/>
                  </a:lnTo>
                  <a:lnTo>
                    <a:pt x="271679" y="732354"/>
                  </a:lnTo>
                  <a:lnTo>
                    <a:pt x="230157" y="718680"/>
                  </a:lnTo>
                  <a:lnTo>
                    <a:pt x="190987" y="700140"/>
                  </a:lnTo>
                  <a:lnTo>
                    <a:pt x="154505" y="677084"/>
                  </a:lnTo>
                  <a:lnTo>
                    <a:pt x="121051" y="649860"/>
                  </a:lnTo>
                  <a:lnTo>
                    <a:pt x="90962" y="618815"/>
                  </a:lnTo>
                  <a:lnTo>
                    <a:pt x="64575" y="584300"/>
                  </a:lnTo>
                  <a:lnTo>
                    <a:pt x="42229" y="546662"/>
                  </a:lnTo>
                  <a:lnTo>
                    <a:pt x="24260" y="506250"/>
                  </a:lnTo>
                  <a:lnTo>
                    <a:pt x="11007" y="463412"/>
                  </a:lnTo>
                  <a:lnTo>
                    <a:pt x="2808" y="418498"/>
                  </a:lnTo>
                  <a:lnTo>
                    <a:pt x="0" y="371856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87146" y="4608957"/>
            <a:ext cx="203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23088" y="5431535"/>
            <a:ext cx="733425" cy="756285"/>
            <a:chOff x="323088" y="5431535"/>
            <a:chExt cx="733425" cy="756285"/>
          </a:xfrm>
        </p:grpSpPr>
        <p:sp>
          <p:nvSpPr>
            <p:cNvPr id="33" name="object 33"/>
            <p:cNvSpPr/>
            <p:nvPr/>
          </p:nvSpPr>
          <p:spPr>
            <a:xfrm>
              <a:off x="329184" y="5437631"/>
              <a:ext cx="721360" cy="744220"/>
            </a:xfrm>
            <a:custGeom>
              <a:avLst/>
              <a:gdLst/>
              <a:ahLst/>
              <a:cxnLst/>
              <a:rect l="l" t="t" r="r" b="b"/>
              <a:pathLst>
                <a:path w="721360" h="744220">
                  <a:moveTo>
                    <a:pt x="360425" y="0"/>
                  </a:moveTo>
                  <a:lnTo>
                    <a:pt x="315214" y="2897"/>
                  </a:lnTo>
                  <a:lnTo>
                    <a:pt x="271679" y="11356"/>
                  </a:lnTo>
                  <a:lnTo>
                    <a:pt x="230157" y="25029"/>
                  </a:lnTo>
                  <a:lnTo>
                    <a:pt x="190987" y="43568"/>
                  </a:lnTo>
                  <a:lnTo>
                    <a:pt x="154505" y="66623"/>
                  </a:lnTo>
                  <a:lnTo>
                    <a:pt x="121051" y="93847"/>
                  </a:lnTo>
                  <a:lnTo>
                    <a:pt x="90962" y="124891"/>
                  </a:lnTo>
                  <a:lnTo>
                    <a:pt x="64575" y="159406"/>
                  </a:lnTo>
                  <a:lnTo>
                    <a:pt x="42229" y="197044"/>
                  </a:lnTo>
                  <a:lnTo>
                    <a:pt x="24260" y="237456"/>
                  </a:lnTo>
                  <a:lnTo>
                    <a:pt x="11007" y="280294"/>
                  </a:lnTo>
                  <a:lnTo>
                    <a:pt x="2808" y="325210"/>
                  </a:lnTo>
                  <a:lnTo>
                    <a:pt x="0" y="371856"/>
                  </a:lnTo>
                  <a:lnTo>
                    <a:pt x="2808" y="418501"/>
                  </a:lnTo>
                  <a:lnTo>
                    <a:pt x="11007" y="463417"/>
                  </a:lnTo>
                  <a:lnTo>
                    <a:pt x="24260" y="506255"/>
                  </a:lnTo>
                  <a:lnTo>
                    <a:pt x="42229" y="546667"/>
                  </a:lnTo>
                  <a:lnTo>
                    <a:pt x="64575" y="584305"/>
                  </a:lnTo>
                  <a:lnTo>
                    <a:pt x="90962" y="618820"/>
                  </a:lnTo>
                  <a:lnTo>
                    <a:pt x="121051" y="649864"/>
                  </a:lnTo>
                  <a:lnTo>
                    <a:pt x="154505" y="677088"/>
                  </a:lnTo>
                  <a:lnTo>
                    <a:pt x="190987" y="700143"/>
                  </a:lnTo>
                  <a:lnTo>
                    <a:pt x="230157" y="718682"/>
                  </a:lnTo>
                  <a:lnTo>
                    <a:pt x="271679" y="732355"/>
                  </a:lnTo>
                  <a:lnTo>
                    <a:pt x="315214" y="740814"/>
                  </a:lnTo>
                  <a:lnTo>
                    <a:pt x="360425" y="743712"/>
                  </a:lnTo>
                  <a:lnTo>
                    <a:pt x="405637" y="740814"/>
                  </a:lnTo>
                  <a:lnTo>
                    <a:pt x="449172" y="732355"/>
                  </a:lnTo>
                  <a:lnTo>
                    <a:pt x="490694" y="718682"/>
                  </a:lnTo>
                  <a:lnTo>
                    <a:pt x="529864" y="700143"/>
                  </a:lnTo>
                  <a:lnTo>
                    <a:pt x="566346" y="677088"/>
                  </a:lnTo>
                  <a:lnTo>
                    <a:pt x="599800" y="649864"/>
                  </a:lnTo>
                  <a:lnTo>
                    <a:pt x="629889" y="618820"/>
                  </a:lnTo>
                  <a:lnTo>
                    <a:pt x="656276" y="584305"/>
                  </a:lnTo>
                  <a:lnTo>
                    <a:pt x="678622" y="546667"/>
                  </a:lnTo>
                  <a:lnTo>
                    <a:pt x="696591" y="506255"/>
                  </a:lnTo>
                  <a:lnTo>
                    <a:pt x="709844" y="463417"/>
                  </a:lnTo>
                  <a:lnTo>
                    <a:pt x="718043" y="418501"/>
                  </a:lnTo>
                  <a:lnTo>
                    <a:pt x="720852" y="371856"/>
                  </a:lnTo>
                  <a:lnTo>
                    <a:pt x="718043" y="325210"/>
                  </a:lnTo>
                  <a:lnTo>
                    <a:pt x="709844" y="280294"/>
                  </a:lnTo>
                  <a:lnTo>
                    <a:pt x="696591" y="237456"/>
                  </a:lnTo>
                  <a:lnTo>
                    <a:pt x="678622" y="197044"/>
                  </a:lnTo>
                  <a:lnTo>
                    <a:pt x="656276" y="159406"/>
                  </a:lnTo>
                  <a:lnTo>
                    <a:pt x="629889" y="124891"/>
                  </a:lnTo>
                  <a:lnTo>
                    <a:pt x="599800" y="93847"/>
                  </a:lnTo>
                  <a:lnTo>
                    <a:pt x="566346" y="66623"/>
                  </a:lnTo>
                  <a:lnTo>
                    <a:pt x="529864" y="43568"/>
                  </a:lnTo>
                  <a:lnTo>
                    <a:pt x="490694" y="25029"/>
                  </a:lnTo>
                  <a:lnTo>
                    <a:pt x="449172" y="11356"/>
                  </a:lnTo>
                  <a:lnTo>
                    <a:pt x="405637" y="2897"/>
                  </a:lnTo>
                  <a:lnTo>
                    <a:pt x="360425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9184" y="5437631"/>
              <a:ext cx="721360" cy="744220"/>
            </a:xfrm>
            <a:custGeom>
              <a:avLst/>
              <a:gdLst/>
              <a:ahLst/>
              <a:cxnLst/>
              <a:rect l="l" t="t" r="r" b="b"/>
              <a:pathLst>
                <a:path w="721360" h="744220">
                  <a:moveTo>
                    <a:pt x="0" y="371856"/>
                  </a:moveTo>
                  <a:lnTo>
                    <a:pt x="2808" y="325210"/>
                  </a:lnTo>
                  <a:lnTo>
                    <a:pt x="11007" y="280294"/>
                  </a:lnTo>
                  <a:lnTo>
                    <a:pt x="24260" y="237456"/>
                  </a:lnTo>
                  <a:lnTo>
                    <a:pt x="42229" y="197044"/>
                  </a:lnTo>
                  <a:lnTo>
                    <a:pt x="64575" y="159406"/>
                  </a:lnTo>
                  <a:lnTo>
                    <a:pt x="90962" y="124891"/>
                  </a:lnTo>
                  <a:lnTo>
                    <a:pt x="121051" y="93847"/>
                  </a:lnTo>
                  <a:lnTo>
                    <a:pt x="154505" y="66623"/>
                  </a:lnTo>
                  <a:lnTo>
                    <a:pt x="190987" y="43568"/>
                  </a:lnTo>
                  <a:lnTo>
                    <a:pt x="230157" y="25029"/>
                  </a:lnTo>
                  <a:lnTo>
                    <a:pt x="271679" y="11356"/>
                  </a:lnTo>
                  <a:lnTo>
                    <a:pt x="315214" y="2897"/>
                  </a:lnTo>
                  <a:lnTo>
                    <a:pt x="360425" y="0"/>
                  </a:lnTo>
                  <a:lnTo>
                    <a:pt x="405637" y="2897"/>
                  </a:lnTo>
                  <a:lnTo>
                    <a:pt x="449172" y="11356"/>
                  </a:lnTo>
                  <a:lnTo>
                    <a:pt x="490694" y="25029"/>
                  </a:lnTo>
                  <a:lnTo>
                    <a:pt x="529864" y="43568"/>
                  </a:lnTo>
                  <a:lnTo>
                    <a:pt x="566346" y="66623"/>
                  </a:lnTo>
                  <a:lnTo>
                    <a:pt x="599800" y="93847"/>
                  </a:lnTo>
                  <a:lnTo>
                    <a:pt x="629889" y="124891"/>
                  </a:lnTo>
                  <a:lnTo>
                    <a:pt x="656276" y="159406"/>
                  </a:lnTo>
                  <a:lnTo>
                    <a:pt x="678622" y="197044"/>
                  </a:lnTo>
                  <a:lnTo>
                    <a:pt x="696591" y="237456"/>
                  </a:lnTo>
                  <a:lnTo>
                    <a:pt x="709844" y="280294"/>
                  </a:lnTo>
                  <a:lnTo>
                    <a:pt x="718043" y="325210"/>
                  </a:lnTo>
                  <a:lnTo>
                    <a:pt x="720852" y="371856"/>
                  </a:lnTo>
                  <a:lnTo>
                    <a:pt x="718043" y="418501"/>
                  </a:lnTo>
                  <a:lnTo>
                    <a:pt x="709844" y="463417"/>
                  </a:lnTo>
                  <a:lnTo>
                    <a:pt x="696591" y="506255"/>
                  </a:lnTo>
                  <a:lnTo>
                    <a:pt x="678622" y="546667"/>
                  </a:lnTo>
                  <a:lnTo>
                    <a:pt x="656276" y="584305"/>
                  </a:lnTo>
                  <a:lnTo>
                    <a:pt x="629889" y="618820"/>
                  </a:lnTo>
                  <a:lnTo>
                    <a:pt x="599800" y="649864"/>
                  </a:lnTo>
                  <a:lnTo>
                    <a:pt x="566346" y="677088"/>
                  </a:lnTo>
                  <a:lnTo>
                    <a:pt x="529864" y="700143"/>
                  </a:lnTo>
                  <a:lnTo>
                    <a:pt x="490694" y="718682"/>
                  </a:lnTo>
                  <a:lnTo>
                    <a:pt x="449172" y="732355"/>
                  </a:lnTo>
                  <a:lnTo>
                    <a:pt x="405637" y="740814"/>
                  </a:lnTo>
                  <a:lnTo>
                    <a:pt x="360425" y="743712"/>
                  </a:lnTo>
                  <a:lnTo>
                    <a:pt x="315214" y="740814"/>
                  </a:lnTo>
                  <a:lnTo>
                    <a:pt x="271679" y="732355"/>
                  </a:lnTo>
                  <a:lnTo>
                    <a:pt x="230157" y="718682"/>
                  </a:lnTo>
                  <a:lnTo>
                    <a:pt x="190987" y="700143"/>
                  </a:lnTo>
                  <a:lnTo>
                    <a:pt x="154505" y="677088"/>
                  </a:lnTo>
                  <a:lnTo>
                    <a:pt x="121051" y="649864"/>
                  </a:lnTo>
                  <a:lnTo>
                    <a:pt x="90962" y="618820"/>
                  </a:lnTo>
                  <a:lnTo>
                    <a:pt x="64575" y="584305"/>
                  </a:lnTo>
                  <a:lnTo>
                    <a:pt x="42229" y="546667"/>
                  </a:lnTo>
                  <a:lnTo>
                    <a:pt x="24260" y="506255"/>
                  </a:lnTo>
                  <a:lnTo>
                    <a:pt x="11007" y="463417"/>
                  </a:lnTo>
                  <a:lnTo>
                    <a:pt x="2808" y="418501"/>
                  </a:lnTo>
                  <a:lnTo>
                    <a:pt x="0" y="371856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62762" y="5653227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9160" y="1139952"/>
            <a:ext cx="5733415" cy="955675"/>
          </a:xfrm>
          <a:custGeom>
            <a:avLst/>
            <a:gdLst/>
            <a:ahLst/>
            <a:cxnLst/>
            <a:rect l="l" t="t" r="r" b="b"/>
            <a:pathLst>
              <a:path w="5733415" h="955675">
                <a:moveTo>
                  <a:pt x="5574030" y="0"/>
                </a:moveTo>
                <a:lnTo>
                  <a:pt x="159258" y="0"/>
                </a:lnTo>
                <a:lnTo>
                  <a:pt x="108918" y="8113"/>
                </a:lnTo>
                <a:lnTo>
                  <a:pt x="65200" y="30711"/>
                </a:lnTo>
                <a:lnTo>
                  <a:pt x="30726" y="65178"/>
                </a:lnTo>
                <a:lnTo>
                  <a:pt x="8118" y="108898"/>
                </a:lnTo>
                <a:lnTo>
                  <a:pt x="0" y="159258"/>
                </a:lnTo>
                <a:lnTo>
                  <a:pt x="0" y="796289"/>
                </a:lnTo>
                <a:lnTo>
                  <a:pt x="8118" y="846649"/>
                </a:lnTo>
                <a:lnTo>
                  <a:pt x="30726" y="890369"/>
                </a:lnTo>
                <a:lnTo>
                  <a:pt x="65200" y="924836"/>
                </a:lnTo>
                <a:lnTo>
                  <a:pt x="108918" y="947434"/>
                </a:lnTo>
                <a:lnTo>
                  <a:pt x="159258" y="955548"/>
                </a:lnTo>
                <a:lnTo>
                  <a:pt x="5574030" y="955548"/>
                </a:lnTo>
                <a:lnTo>
                  <a:pt x="5624389" y="947434"/>
                </a:lnTo>
                <a:lnTo>
                  <a:pt x="5668109" y="924836"/>
                </a:lnTo>
                <a:lnTo>
                  <a:pt x="5702576" y="890369"/>
                </a:lnTo>
                <a:lnTo>
                  <a:pt x="5725174" y="846649"/>
                </a:lnTo>
                <a:lnTo>
                  <a:pt x="5733288" y="796289"/>
                </a:lnTo>
                <a:lnTo>
                  <a:pt x="5733288" y="159258"/>
                </a:lnTo>
                <a:lnTo>
                  <a:pt x="5725174" y="108898"/>
                </a:lnTo>
                <a:lnTo>
                  <a:pt x="5702576" y="65178"/>
                </a:lnTo>
                <a:lnTo>
                  <a:pt x="5668109" y="30711"/>
                </a:lnTo>
                <a:lnTo>
                  <a:pt x="5624389" y="8113"/>
                </a:lnTo>
                <a:lnTo>
                  <a:pt x="557403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40688" y="1351025"/>
            <a:ext cx="24053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UML</a:t>
            </a:r>
            <a:r>
              <a:rPr sz="2800" b="1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Diagrams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9160" y="2270760"/>
            <a:ext cx="5733415" cy="955675"/>
          </a:xfrm>
          <a:custGeom>
            <a:avLst/>
            <a:gdLst/>
            <a:ahLst/>
            <a:cxnLst/>
            <a:rect l="l" t="t" r="r" b="b"/>
            <a:pathLst>
              <a:path w="5733415" h="955675">
                <a:moveTo>
                  <a:pt x="5574030" y="0"/>
                </a:moveTo>
                <a:lnTo>
                  <a:pt x="159258" y="0"/>
                </a:lnTo>
                <a:lnTo>
                  <a:pt x="108918" y="8113"/>
                </a:lnTo>
                <a:lnTo>
                  <a:pt x="65200" y="30711"/>
                </a:lnTo>
                <a:lnTo>
                  <a:pt x="30726" y="65178"/>
                </a:lnTo>
                <a:lnTo>
                  <a:pt x="8118" y="108898"/>
                </a:lnTo>
                <a:lnTo>
                  <a:pt x="0" y="159257"/>
                </a:lnTo>
                <a:lnTo>
                  <a:pt x="0" y="796289"/>
                </a:lnTo>
                <a:lnTo>
                  <a:pt x="8118" y="846649"/>
                </a:lnTo>
                <a:lnTo>
                  <a:pt x="30726" y="890369"/>
                </a:lnTo>
                <a:lnTo>
                  <a:pt x="65200" y="924836"/>
                </a:lnTo>
                <a:lnTo>
                  <a:pt x="108918" y="947434"/>
                </a:lnTo>
                <a:lnTo>
                  <a:pt x="159258" y="955548"/>
                </a:lnTo>
                <a:lnTo>
                  <a:pt x="5574030" y="955548"/>
                </a:lnTo>
                <a:lnTo>
                  <a:pt x="5624389" y="947434"/>
                </a:lnTo>
                <a:lnTo>
                  <a:pt x="5668109" y="924836"/>
                </a:lnTo>
                <a:lnTo>
                  <a:pt x="5702576" y="890369"/>
                </a:lnTo>
                <a:lnTo>
                  <a:pt x="5725174" y="846649"/>
                </a:lnTo>
                <a:lnTo>
                  <a:pt x="5733288" y="796289"/>
                </a:lnTo>
                <a:lnTo>
                  <a:pt x="5733288" y="159257"/>
                </a:lnTo>
                <a:lnTo>
                  <a:pt x="5725174" y="108898"/>
                </a:lnTo>
                <a:lnTo>
                  <a:pt x="5702576" y="65178"/>
                </a:lnTo>
                <a:lnTo>
                  <a:pt x="5668109" y="30711"/>
                </a:lnTo>
                <a:lnTo>
                  <a:pt x="5624389" y="8113"/>
                </a:lnTo>
                <a:lnTo>
                  <a:pt x="557403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40688" y="2488183"/>
            <a:ext cx="28981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Expected</a:t>
            </a:r>
            <a:r>
              <a:rPr sz="28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Outcome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9160" y="3372611"/>
            <a:ext cx="5733415" cy="954405"/>
          </a:xfrm>
          <a:custGeom>
            <a:avLst/>
            <a:gdLst/>
            <a:ahLst/>
            <a:cxnLst/>
            <a:rect l="l" t="t" r="r" b="b"/>
            <a:pathLst>
              <a:path w="5733415" h="954404">
                <a:moveTo>
                  <a:pt x="5574284" y="0"/>
                </a:moveTo>
                <a:lnTo>
                  <a:pt x="159003" y="0"/>
                </a:lnTo>
                <a:lnTo>
                  <a:pt x="108749" y="8111"/>
                </a:lnTo>
                <a:lnTo>
                  <a:pt x="65101" y="30695"/>
                </a:lnTo>
                <a:lnTo>
                  <a:pt x="30680" y="65123"/>
                </a:lnTo>
                <a:lnTo>
                  <a:pt x="8106" y="108768"/>
                </a:lnTo>
                <a:lnTo>
                  <a:pt x="0" y="159003"/>
                </a:lnTo>
                <a:lnTo>
                  <a:pt x="0" y="795019"/>
                </a:lnTo>
                <a:lnTo>
                  <a:pt x="8106" y="845255"/>
                </a:lnTo>
                <a:lnTo>
                  <a:pt x="30680" y="888900"/>
                </a:lnTo>
                <a:lnTo>
                  <a:pt x="65101" y="923328"/>
                </a:lnTo>
                <a:lnTo>
                  <a:pt x="108749" y="945912"/>
                </a:lnTo>
                <a:lnTo>
                  <a:pt x="159003" y="954024"/>
                </a:lnTo>
                <a:lnTo>
                  <a:pt x="5574284" y="954024"/>
                </a:lnTo>
                <a:lnTo>
                  <a:pt x="5624519" y="945912"/>
                </a:lnTo>
                <a:lnTo>
                  <a:pt x="5668164" y="923328"/>
                </a:lnTo>
                <a:lnTo>
                  <a:pt x="5702592" y="888900"/>
                </a:lnTo>
                <a:lnTo>
                  <a:pt x="5725176" y="845255"/>
                </a:lnTo>
                <a:lnTo>
                  <a:pt x="5733288" y="795019"/>
                </a:lnTo>
                <a:lnTo>
                  <a:pt x="5733288" y="159003"/>
                </a:lnTo>
                <a:lnTo>
                  <a:pt x="5725176" y="108768"/>
                </a:lnTo>
                <a:lnTo>
                  <a:pt x="5702592" y="65123"/>
                </a:lnTo>
                <a:lnTo>
                  <a:pt x="5668164" y="30695"/>
                </a:lnTo>
                <a:lnTo>
                  <a:pt x="5624519" y="8111"/>
                </a:lnTo>
                <a:lnTo>
                  <a:pt x="557428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40688" y="3610736"/>
            <a:ext cx="2359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Timeline</a:t>
            </a:r>
            <a:r>
              <a:rPr sz="280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Chart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9160" y="4474464"/>
            <a:ext cx="5733415" cy="954405"/>
          </a:xfrm>
          <a:custGeom>
            <a:avLst/>
            <a:gdLst/>
            <a:ahLst/>
            <a:cxnLst/>
            <a:rect l="l" t="t" r="r" b="b"/>
            <a:pathLst>
              <a:path w="5733415" h="954404">
                <a:moveTo>
                  <a:pt x="5574284" y="0"/>
                </a:moveTo>
                <a:lnTo>
                  <a:pt x="159003" y="0"/>
                </a:lnTo>
                <a:lnTo>
                  <a:pt x="108749" y="8111"/>
                </a:lnTo>
                <a:lnTo>
                  <a:pt x="65101" y="30695"/>
                </a:lnTo>
                <a:lnTo>
                  <a:pt x="30680" y="65123"/>
                </a:lnTo>
                <a:lnTo>
                  <a:pt x="8106" y="108768"/>
                </a:lnTo>
                <a:lnTo>
                  <a:pt x="0" y="159004"/>
                </a:lnTo>
                <a:lnTo>
                  <a:pt x="0" y="795020"/>
                </a:lnTo>
                <a:lnTo>
                  <a:pt x="8106" y="845255"/>
                </a:lnTo>
                <a:lnTo>
                  <a:pt x="30680" y="888900"/>
                </a:lnTo>
                <a:lnTo>
                  <a:pt x="65101" y="923328"/>
                </a:lnTo>
                <a:lnTo>
                  <a:pt x="108749" y="945912"/>
                </a:lnTo>
                <a:lnTo>
                  <a:pt x="159003" y="954024"/>
                </a:lnTo>
                <a:lnTo>
                  <a:pt x="5574284" y="954024"/>
                </a:lnTo>
                <a:lnTo>
                  <a:pt x="5624519" y="945912"/>
                </a:lnTo>
                <a:lnTo>
                  <a:pt x="5668164" y="923328"/>
                </a:lnTo>
                <a:lnTo>
                  <a:pt x="5702592" y="888900"/>
                </a:lnTo>
                <a:lnTo>
                  <a:pt x="5725176" y="845255"/>
                </a:lnTo>
                <a:lnTo>
                  <a:pt x="5733288" y="795020"/>
                </a:lnTo>
                <a:lnTo>
                  <a:pt x="5733288" y="159004"/>
                </a:lnTo>
                <a:lnTo>
                  <a:pt x="5725176" y="108768"/>
                </a:lnTo>
                <a:lnTo>
                  <a:pt x="5702592" y="65123"/>
                </a:lnTo>
                <a:lnTo>
                  <a:pt x="5668164" y="30695"/>
                </a:lnTo>
                <a:lnTo>
                  <a:pt x="5624519" y="8111"/>
                </a:lnTo>
                <a:lnTo>
                  <a:pt x="557428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40688" y="4691888"/>
            <a:ext cx="17240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99160" y="5576315"/>
            <a:ext cx="5733415" cy="954405"/>
          </a:xfrm>
          <a:custGeom>
            <a:avLst/>
            <a:gdLst/>
            <a:ahLst/>
            <a:cxnLst/>
            <a:rect l="l" t="t" r="r" b="b"/>
            <a:pathLst>
              <a:path w="5733415" h="954404">
                <a:moveTo>
                  <a:pt x="5574284" y="0"/>
                </a:moveTo>
                <a:lnTo>
                  <a:pt x="159003" y="0"/>
                </a:lnTo>
                <a:lnTo>
                  <a:pt x="108749" y="8106"/>
                </a:lnTo>
                <a:lnTo>
                  <a:pt x="65101" y="30680"/>
                </a:lnTo>
                <a:lnTo>
                  <a:pt x="30680" y="65101"/>
                </a:lnTo>
                <a:lnTo>
                  <a:pt x="8106" y="108749"/>
                </a:lnTo>
                <a:lnTo>
                  <a:pt x="0" y="159004"/>
                </a:lnTo>
                <a:lnTo>
                  <a:pt x="0" y="795020"/>
                </a:lnTo>
                <a:lnTo>
                  <a:pt x="8106" y="845274"/>
                </a:lnTo>
                <a:lnTo>
                  <a:pt x="30680" y="888922"/>
                </a:lnTo>
                <a:lnTo>
                  <a:pt x="65101" y="923343"/>
                </a:lnTo>
                <a:lnTo>
                  <a:pt x="108749" y="945917"/>
                </a:lnTo>
                <a:lnTo>
                  <a:pt x="159003" y="954024"/>
                </a:lnTo>
                <a:lnTo>
                  <a:pt x="5574284" y="954024"/>
                </a:lnTo>
                <a:lnTo>
                  <a:pt x="5624519" y="945917"/>
                </a:lnTo>
                <a:lnTo>
                  <a:pt x="5668164" y="923343"/>
                </a:lnTo>
                <a:lnTo>
                  <a:pt x="5702592" y="888922"/>
                </a:lnTo>
                <a:lnTo>
                  <a:pt x="5725176" y="845274"/>
                </a:lnTo>
                <a:lnTo>
                  <a:pt x="5733288" y="795020"/>
                </a:lnTo>
                <a:lnTo>
                  <a:pt x="5733288" y="159004"/>
                </a:lnTo>
                <a:lnTo>
                  <a:pt x="5725176" y="108749"/>
                </a:lnTo>
                <a:lnTo>
                  <a:pt x="5702592" y="65101"/>
                </a:lnTo>
                <a:lnTo>
                  <a:pt x="5668164" y="30680"/>
                </a:lnTo>
                <a:lnTo>
                  <a:pt x="5624519" y="8106"/>
                </a:lnTo>
                <a:lnTo>
                  <a:pt x="557428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40688" y="5793740"/>
            <a:ext cx="16725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References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6095" y="67056"/>
            <a:ext cx="12204700" cy="780415"/>
            <a:chOff x="-6095" y="67056"/>
            <a:chExt cx="12204700" cy="780415"/>
          </a:xfrm>
        </p:grpSpPr>
        <p:sp>
          <p:nvSpPr>
            <p:cNvPr id="13" name="object 13"/>
            <p:cNvSpPr/>
            <p:nvPr/>
          </p:nvSpPr>
          <p:spPr>
            <a:xfrm>
              <a:off x="0" y="73152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12063984" y="0"/>
                  </a:moveTo>
                  <a:lnTo>
                    <a:pt x="128016" y="0"/>
                  </a:lnTo>
                  <a:lnTo>
                    <a:pt x="78186" y="10054"/>
                  </a:lnTo>
                  <a:lnTo>
                    <a:pt x="37494" y="37480"/>
                  </a:lnTo>
                  <a:lnTo>
                    <a:pt x="10060" y="78170"/>
                  </a:lnTo>
                  <a:lnTo>
                    <a:pt x="0" y="128016"/>
                  </a:lnTo>
                  <a:lnTo>
                    <a:pt x="0" y="640080"/>
                  </a:lnTo>
                  <a:lnTo>
                    <a:pt x="10060" y="689925"/>
                  </a:lnTo>
                  <a:lnTo>
                    <a:pt x="37494" y="730615"/>
                  </a:lnTo>
                  <a:lnTo>
                    <a:pt x="78186" y="758041"/>
                  </a:lnTo>
                  <a:lnTo>
                    <a:pt x="128016" y="768096"/>
                  </a:lnTo>
                  <a:lnTo>
                    <a:pt x="12063984" y="768096"/>
                  </a:lnTo>
                  <a:lnTo>
                    <a:pt x="12113829" y="758041"/>
                  </a:lnTo>
                  <a:lnTo>
                    <a:pt x="12154519" y="730615"/>
                  </a:lnTo>
                  <a:lnTo>
                    <a:pt x="12181945" y="689925"/>
                  </a:lnTo>
                  <a:lnTo>
                    <a:pt x="12192000" y="640080"/>
                  </a:lnTo>
                  <a:lnTo>
                    <a:pt x="12192000" y="128016"/>
                  </a:lnTo>
                  <a:lnTo>
                    <a:pt x="12181945" y="78170"/>
                  </a:lnTo>
                  <a:lnTo>
                    <a:pt x="12154519" y="37480"/>
                  </a:lnTo>
                  <a:lnTo>
                    <a:pt x="12113829" y="10054"/>
                  </a:lnTo>
                  <a:lnTo>
                    <a:pt x="120639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73152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0" y="128016"/>
                  </a:moveTo>
                  <a:lnTo>
                    <a:pt x="10060" y="78170"/>
                  </a:lnTo>
                  <a:lnTo>
                    <a:pt x="37494" y="37480"/>
                  </a:lnTo>
                  <a:lnTo>
                    <a:pt x="78186" y="10054"/>
                  </a:lnTo>
                  <a:lnTo>
                    <a:pt x="128016" y="0"/>
                  </a:lnTo>
                  <a:lnTo>
                    <a:pt x="12063984" y="0"/>
                  </a:lnTo>
                  <a:lnTo>
                    <a:pt x="12113829" y="10054"/>
                  </a:lnTo>
                  <a:lnTo>
                    <a:pt x="12154519" y="37480"/>
                  </a:lnTo>
                  <a:lnTo>
                    <a:pt x="12181945" y="78170"/>
                  </a:lnTo>
                  <a:lnTo>
                    <a:pt x="12192000" y="128016"/>
                  </a:lnTo>
                  <a:lnTo>
                    <a:pt x="12192000" y="640080"/>
                  </a:lnTo>
                  <a:lnTo>
                    <a:pt x="12181945" y="689925"/>
                  </a:lnTo>
                  <a:lnTo>
                    <a:pt x="12154519" y="730615"/>
                  </a:lnTo>
                  <a:lnTo>
                    <a:pt x="12113829" y="758041"/>
                  </a:lnTo>
                  <a:lnTo>
                    <a:pt x="12063984" y="768096"/>
                  </a:lnTo>
                  <a:lnTo>
                    <a:pt x="128016" y="768096"/>
                  </a:lnTo>
                  <a:lnTo>
                    <a:pt x="78186" y="758041"/>
                  </a:lnTo>
                  <a:lnTo>
                    <a:pt x="37494" y="730615"/>
                  </a:lnTo>
                  <a:lnTo>
                    <a:pt x="10060" y="689925"/>
                  </a:lnTo>
                  <a:lnTo>
                    <a:pt x="0" y="640080"/>
                  </a:lnTo>
                  <a:lnTo>
                    <a:pt x="0" y="12801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sz="4000" spc="-1385" dirty="0"/>
              <a:t>C</a:t>
            </a:r>
            <a:r>
              <a:rPr sz="4350" b="0" baseline="29693" dirty="0">
                <a:solidFill>
                  <a:srgbClr val="C00000"/>
                </a:solidFill>
                <a:latin typeface="Arial MT"/>
                <a:cs typeface="Arial MT"/>
              </a:rPr>
              <a:t>•</a:t>
            </a:r>
            <a:r>
              <a:rPr sz="4350" b="0" spc="-667" baseline="29693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4000" spc="-20" dirty="0"/>
              <a:t>o</a:t>
            </a:r>
            <a:r>
              <a:rPr sz="4000" spc="-1989" dirty="0"/>
              <a:t>n</a:t>
            </a:r>
            <a:r>
              <a:rPr sz="4350" spc="-270" baseline="29693" dirty="0">
                <a:solidFill>
                  <a:srgbClr val="C00000"/>
                </a:solidFill>
              </a:rPr>
              <a:t>A</a:t>
            </a:r>
            <a:r>
              <a:rPr sz="4000" spc="-1215" dirty="0"/>
              <a:t>t</a:t>
            </a:r>
            <a:r>
              <a:rPr sz="4350" spc="-1657" baseline="29693" dirty="0">
                <a:solidFill>
                  <a:srgbClr val="C00000"/>
                </a:solidFill>
              </a:rPr>
              <a:t>G</a:t>
            </a:r>
            <a:r>
              <a:rPr sz="4000" spc="-725" dirty="0"/>
              <a:t>e</a:t>
            </a:r>
            <a:r>
              <a:rPr sz="4350" spc="-1904" baseline="29693" dirty="0">
                <a:solidFill>
                  <a:srgbClr val="C00000"/>
                </a:solidFill>
              </a:rPr>
              <a:t>E</a:t>
            </a:r>
            <a:r>
              <a:rPr sz="4000" spc="-1019" dirty="0"/>
              <a:t>n</a:t>
            </a:r>
            <a:r>
              <a:rPr sz="4350" spc="-1725" baseline="29693" dirty="0">
                <a:solidFill>
                  <a:srgbClr val="C00000"/>
                </a:solidFill>
              </a:rPr>
              <a:t>N</a:t>
            </a:r>
            <a:r>
              <a:rPr sz="4000" spc="-245" dirty="0"/>
              <a:t>t</a:t>
            </a:r>
            <a:r>
              <a:rPr sz="4350" spc="-2887" baseline="29693" dirty="0">
                <a:solidFill>
                  <a:srgbClr val="C00000"/>
                </a:solidFill>
              </a:rPr>
              <a:t>D</a:t>
            </a:r>
            <a:r>
              <a:rPr sz="4000" spc="300" dirty="0"/>
              <a:t>s</a:t>
            </a:r>
            <a:r>
              <a:rPr sz="4350" spc="-30" baseline="29693" dirty="0">
                <a:solidFill>
                  <a:srgbClr val="C00000"/>
                </a:solidFill>
              </a:rPr>
              <a:t>A</a:t>
            </a:r>
            <a:endParaRPr sz="4350" baseline="29693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67639" y="1164336"/>
            <a:ext cx="737870" cy="730250"/>
            <a:chOff x="167639" y="1164336"/>
            <a:chExt cx="737870" cy="730250"/>
          </a:xfrm>
        </p:grpSpPr>
        <p:sp>
          <p:nvSpPr>
            <p:cNvPr id="17" name="object 17"/>
            <p:cNvSpPr/>
            <p:nvPr/>
          </p:nvSpPr>
          <p:spPr>
            <a:xfrm>
              <a:off x="173735" y="1170432"/>
              <a:ext cx="725805" cy="718185"/>
            </a:xfrm>
            <a:custGeom>
              <a:avLst/>
              <a:gdLst/>
              <a:ahLst/>
              <a:cxnLst/>
              <a:rect l="l" t="t" r="r" b="b"/>
              <a:pathLst>
                <a:path w="725805" h="718185">
                  <a:moveTo>
                    <a:pt x="362712" y="0"/>
                  </a:moveTo>
                  <a:lnTo>
                    <a:pt x="313494" y="3275"/>
                  </a:lnTo>
                  <a:lnTo>
                    <a:pt x="266289" y="12818"/>
                  </a:lnTo>
                  <a:lnTo>
                    <a:pt x="221529" y="28199"/>
                  </a:lnTo>
                  <a:lnTo>
                    <a:pt x="179645" y="48993"/>
                  </a:lnTo>
                  <a:lnTo>
                    <a:pt x="141070" y="74772"/>
                  </a:lnTo>
                  <a:lnTo>
                    <a:pt x="106237" y="105108"/>
                  </a:lnTo>
                  <a:lnTo>
                    <a:pt x="75576" y="139574"/>
                  </a:lnTo>
                  <a:lnTo>
                    <a:pt x="49521" y="177743"/>
                  </a:lnTo>
                  <a:lnTo>
                    <a:pt x="28504" y="219188"/>
                  </a:lnTo>
                  <a:lnTo>
                    <a:pt x="12956" y="263480"/>
                  </a:lnTo>
                  <a:lnTo>
                    <a:pt x="3311" y="310194"/>
                  </a:lnTo>
                  <a:lnTo>
                    <a:pt x="0" y="358901"/>
                  </a:lnTo>
                  <a:lnTo>
                    <a:pt x="3311" y="407609"/>
                  </a:lnTo>
                  <a:lnTo>
                    <a:pt x="12956" y="454323"/>
                  </a:lnTo>
                  <a:lnTo>
                    <a:pt x="28504" y="498615"/>
                  </a:lnTo>
                  <a:lnTo>
                    <a:pt x="49521" y="540060"/>
                  </a:lnTo>
                  <a:lnTo>
                    <a:pt x="75576" y="578229"/>
                  </a:lnTo>
                  <a:lnTo>
                    <a:pt x="106237" y="612695"/>
                  </a:lnTo>
                  <a:lnTo>
                    <a:pt x="141070" y="643031"/>
                  </a:lnTo>
                  <a:lnTo>
                    <a:pt x="179645" y="668810"/>
                  </a:lnTo>
                  <a:lnTo>
                    <a:pt x="221529" y="689604"/>
                  </a:lnTo>
                  <a:lnTo>
                    <a:pt x="266289" y="704985"/>
                  </a:lnTo>
                  <a:lnTo>
                    <a:pt x="313494" y="714528"/>
                  </a:lnTo>
                  <a:lnTo>
                    <a:pt x="362712" y="717803"/>
                  </a:lnTo>
                  <a:lnTo>
                    <a:pt x="411929" y="714528"/>
                  </a:lnTo>
                  <a:lnTo>
                    <a:pt x="459134" y="704985"/>
                  </a:lnTo>
                  <a:lnTo>
                    <a:pt x="503894" y="689604"/>
                  </a:lnTo>
                  <a:lnTo>
                    <a:pt x="545778" y="668810"/>
                  </a:lnTo>
                  <a:lnTo>
                    <a:pt x="584353" y="643031"/>
                  </a:lnTo>
                  <a:lnTo>
                    <a:pt x="619186" y="612695"/>
                  </a:lnTo>
                  <a:lnTo>
                    <a:pt x="649847" y="578229"/>
                  </a:lnTo>
                  <a:lnTo>
                    <a:pt x="675902" y="540060"/>
                  </a:lnTo>
                  <a:lnTo>
                    <a:pt x="696919" y="498615"/>
                  </a:lnTo>
                  <a:lnTo>
                    <a:pt x="712467" y="454323"/>
                  </a:lnTo>
                  <a:lnTo>
                    <a:pt x="722112" y="407609"/>
                  </a:lnTo>
                  <a:lnTo>
                    <a:pt x="725424" y="358901"/>
                  </a:lnTo>
                  <a:lnTo>
                    <a:pt x="722112" y="310194"/>
                  </a:lnTo>
                  <a:lnTo>
                    <a:pt x="712467" y="263480"/>
                  </a:lnTo>
                  <a:lnTo>
                    <a:pt x="696919" y="219188"/>
                  </a:lnTo>
                  <a:lnTo>
                    <a:pt x="675902" y="177743"/>
                  </a:lnTo>
                  <a:lnTo>
                    <a:pt x="649847" y="139574"/>
                  </a:lnTo>
                  <a:lnTo>
                    <a:pt x="619186" y="105108"/>
                  </a:lnTo>
                  <a:lnTo>
                    <a:pt x="584353" y="74772"/>
                  </a:lnTo>
                  <a:lnTo>
                    <a:pt x="545778" y="48993"/>
                  </a:lnTo>
                  <a:lnTo>
                    <a:pt x="503894" y="28199"/>
                  </a:lnTo>
                  <a:lnTo>
                    <a:pt x="459134" y="12818"/>
                  </a:lnTo>
                  <a:lnTo>
                    <a:pt x="411929" y="3275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3735" y="1170432"/>
              <a:ext cx="725805" cy="718185"/>
            </a:xfrm>
            <a:custGeom>
              <a:avLst/>
              <a:gdLst/>
              <a:ahLst/>
              <a:cxnLst/>
              <a:rect l="l" t="t" r="r" b="b"/>
              <a:pathLst>
                <a:path w="725805" h="718185">
                  <a:moveTo>
                    <a:pt x="0" y="358901"/>
                  </a:moveTo>
                  <a:lnTo>
                    <a:pt x="3311" y="310194"/>
                  </a:lnTo>
                  <a:lnTo>
                    <a:pt x="12956" y="263480"/>
                  </a:lnTo>
                  <a:lnTo>
                    <a:pt x="28504" y="219188"/>
                  </a:lnTo>
                  <a:lnTo>
                    <a:pt x="49521" y="177743"/>
                  </a:lnTo>
                  <a:lnTo>
                    <a:pt x="75576" y="139574"/>
                  </a:lnTo>
                  <a:lnTo>
                    <a:pt x="106237" y="105108"/>
                  </a:lnTo>
                  <a:lnTo>
                    <a:pt x="141070" y="74772"/>
                  </a:lnTo>
                  <a:lnTo>
                    <a:pt x="179645" y="48993"/>
                  </a:lnTo>
                  <a:lnTo>
                    <a:pt x="221529" y="28199"/>
                  </a:lnTo>
                  <a:lnTo>
                    <a:pt x="266289" y="12818"/>
                  </a:lnTo>
                  <a:lnTo>
                    <a:pt x="313494" y="3275"/>
                  </a:lnTo>
                  <a:lnTo>
                    <a:pt x="362712" y="0"/>
                  </a:lnTo>
                  <a:lnTo>
                    <a:pt x="411929" y="3275"/>
                  </a:lnTo>
                  <a:lnTo>
                    <a:pt x="459134" y="12818"/>
                  </a:lnTo>
                  <a:lnTo>
                    <a:pt x="503894" y="28199"/>
                  </a:lnTo>
                  <a:lnTo>
                    <a:pt x="545778" y="48993"/>
                  </a:lnTo>
                  <a:lnTo>
                    <a:pt x="584353" y="74772"/>
                  </a:lnTo>
                  <a:lnTo>
                    <a:pt x="619186" y="105108"/>
                  </a:lnTo>
                  <a:lnTo>
                    <a:pt x="649847" y="139574"/>
                  </a:lnTo>
                  <a:lnTo>
                    <a:pt x="675902" y="177743"/>
                  </a:lnTo>
                  <a:lnTo>
                    <a:pt x="696919" y="219188"/>
                  </a:lnTo>
                  <a:lnTo>
                    <a:pt x="712467" y="263480"/>
                  </a:lnTo>
                  <a:lnTo>
                    <a:pt x="722112" y="310194"/>
                  </a:lnTo>
                  <a:lnTo>
                    <a:pt x="725424" y="358901"/>
                  </a:lnTo>
                  <a:lnTo>
                    <a:pt x="722112" y="407609"/>
                  </a:lnTo>
                  <a:lnTo>
                    <a:pt x="712467" y="454323"/>
                  </a:lnTo>
                  <a:lnTo>
                    <a:pt x="696919" y="498615"/>
                  </a:lnTo>
                  <a:lnTo>
                    <a:pt x="675902" y="540060"/>
                  </a:lnTo>
                  <a:lnTo>
                    <a:pt x="649847" y="578229"/>
                  </a:lnTo>
                  <a:lnTo>
                    <a:pt x="619186" y="612695"/>
                  </a:lnTo>
                  <a:lnTo>
                    <a:pt x="584353" y="643031"/>
                  </a:lnTo>
                  <a:lnTo>
                    <a:pt x="545778" y="668810"/>
                  </a:lnTo>
                  <a:lnTo>
                    <a:pt x="503894" y="689604"/>
                  </a:lnTo>
                  <a:lnTo>
                    <a:pt x="459134" y="704985"/>
                  </a:lnTo>
                  <a:lnTo>
                    <a:pt x="411929" y="714528"/>
                  </a:lnTo>
                  <a:lnTo>
                    <a:pt x="362712" y="717803"/>
                  </a:lnTo>
                  <a:lnTo>
                    <a:pt x="313494" y="714528"/>
                  </a:lnTo>
                  <a:lnTo>
                    <a:pt x="266289" y="704985"/>
                  </a:lnTo>
                  <a:lnTo>
                    <a:pt x="221529" y="689604"/>
                  </a:lnTo>
                  <a:lnTo>
                    <a:pt x="179645" y="668810"/>
                  </a:lnTo>
                  <a:lnTo>
                    <a:pt x="141070" y="643031"/>
                  </a:lnTo>
                  <a:lnTo>
                    <a:pt x="106237" y="612695"/>
                  </a:lnTo>
                  <a:lnTo>
                    <a:pt x="75576" y="578229"/>
                  </a:lnTo>
                  <a:lnTo>
                    <a:pt x="49521" y="540060"/>
                  </a:lnTo>
                  <a:lnTo>
                    <a:pt x="28504" y="498615"/>
                  </a:lnTo>
                  <a:lnTo>
                    <a:pt x="12956" y="454323"/>
                  </a:lnTo>
                  <a:lnTo>
                    <a:pt x="3311" y="407609"/>
                  </a:lnTo>
                  <a:lnTo>
                    <a:pt x="0" y="358901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0796" y="1323594"/>
            <a:ext cx="300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90" dirty="0">
                <a:latin typeface="Times New Roman"/>
                <a:cs typeface="Times New Roman"/>
              </a:rPr>
              <a:t>11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7639" y="2438400"/>
            <a:ext cx="737870" cy="730250"/>
            <a:chOff x="167639" y="2438400"/>
            <a:chExt cx="737870" cy="730250"/>
          </a:xfrm>
        </p:grpSpPr>
        <p:sp>
          <p:nvSpPr>
            <p:cNvPr id="21" name="object 21"/>
            <p:cNvSpPr/>
            <p:nvPr/>
          </p:nvSpPr>
          <p:spPr>
            <a:xfrm>
              <a:off x="173735" y="2444495"/>
              <a:ext cx="725805" cy="718185"/>
            </a:xfrm>
            <a:custGeom>
              <a:avLst/>
              <a:gdLst/>
              <a:ahLst/>
              <a:cxnLst/>
              <a:rect l="l" t="t" r="r" b="b"/>
              <a:pathLst>
                <a:path w="725805" h="718185">
                  <a:moveTo>
                    <a:pt x="362712" y="0"/>
                  </a:moveTo>
                  <a:lnTo>
                    <a:pt x="313494" y="3275"/>
                  </a:lnTo>
                  <a:lnTo>
                    <a:pt x="266289" y="12818"/>
                  </a:lnTo>
                  <a:lnTo>
                    <a:pt x="221529" y="28199"/>
                  </a:lnTo>
                  <a:lnTo>
                    <a:pt x="179645" y="48993"/>
                  </a:lnTo>
                  <a:lnTo>
                    <a:pt x="141070" y="74772"/>
                  </a:lnTo>
                  <a:lnTo>
                    <a:pt x="106237" y="105108"/>
                  </a:lnTo>
                  <a:lnTo>
                    <a:pt x="75576" y="139574"/>
                  </a:lnTo>
                  <a:lnTo>
                    <a:pt x="49521" y="177743"/>
                  </a:lnTo>
                  <a:lnTo>
                    <a:pt x="28504" y="219188"/>
                  </a:lnTo>
                  <a:lnTo>
                    <a:pt x="12956" y="263480"/>
                  </a:lnTo>
                  <a:lnTo>
                    <a:pt x="3311" y="310194"/>
                  </a:lnTo>
                  <a:lnTo>
                    <a:pt x="0" y="358901"/>
                  </a:lnTo>
                  <a:lnTo>
                    <a:pt x="3311" y="407609"/>
                  </a:lnTo>
                  <a:lnTo>
                    <a:pt x="12956" y="454323"/>
                  </a:lnTo>
                  <a:lnTo>
                    <a:pt x="28504" y="498615"/>
                  </a:lnTo>
                  <a:lnTo>
                    <a:pt x="49521" y="540060"/>
                  </a:lnTo>
                  <a:lnTo>
                    <a:pt x="75576" y="578229"/>
                  </a:lnTo>
                  <a:lnTo>
                    <a:pt x="106237" y="612695"/>
                  </a:lnTo>
                  <a:lnTo>
                    <a:pt x="141070" y="643031"/>
                  </a:lnTo>
                  <a:lnTo>
                    <a:pt x="179645" y="668810"/>
                  </a:lnTo>
                  <a:lnTo>
                    <a:pt x="221529" y="689604"/>
                  </a:lnTo>
                  <a:lnTo>
                    <a:pt x="266289" y="704985"/>
                  </a:lnTo>
                  <a:lnTo>
                    <a:pt x="313494" y="714528"/>
                  </a:lnTo>
                  <a:lnTo>
                    <a:pt x="362712" y="717803"/>
                  </a:lnTo>
                  <a:lnTo>
                    <a:pt x="411929" y="714528"/>
                  </a:lnTo>
                  <a:lnTo>
                    <a:pt x="459134" y="704985"/>
                  </a:lnTo>
                  <a:lnTo>
                    <a:pt x="503894" y="689604"/>
                  </a:lnTo>
                  <a:lnTo>
                    <a:pt x="545778" y="668810"/>
                  </a:lnTo>
                  <a:lnTo>
                    <a:pt x="584353" y="643031"/>
                  </a:lnTo>
                  <a:lnTo>
                    <a:pt x="619186" y="612695"/>
                  </a:lnTo>
                  <a:lnTo>
                    <a:pt x="649847" y="578229"/>
                  </a:lnTo>
                  <a:lnTo>
                    <a:pt x="675902" y="540060"/>
                  </a:lnTo>
                  <a:lnTo>
                    <a:pt x="696919" y="498615"/>
                  </a:lnTo>
                  <a:lnTo>
                    <a:pt x="712467" y="454323"/>
                  </a:lnTo>
                  <a:lnTo>
                    <a:pt x="722112" y="407609"/>
                  </a:lnTo>
                  <a:lnTo>
                    <a:pt x="725424" y="358901"/>
                  </a:lnTo>
                  <a:lnTo>
                    <a:pt x="722112" y="310194"/>
                  </a:lnTo>
                  <a:lnTo>
                    <a:pt x="712467" y="263480"/>
                  </a:lnTo>
                  <a:lnTo>
                    <a:pt x="696919" y="219188"/>
                  </a:lnTo>
                  <a:lnTo>
                    <a:pt x="675902" y="177743"/>
                  </a:lnTo>
                  <a:lnTo>
                    <a:pt x="649847" y="139574"/>
                  </a:lnTo>
                  <a:lnTo>
                    <a:pt x="619186" y="105108"/>
                  </a:lnTo>
                  <a:lnTo>
                    <a:pt x="584353" y="74772"/>
                  </a:lnTo>
                  <a:lnTo>
                    <a:pt x="545778" y="48993"/>
                  </a:lnTo>
                  <a:lnTo>
                    <a:pt x="503894" y="28199"/>
                  </a:lnTo>
                  <a:lnTo>
                    <a:pt x="459134" y="12818"/>
                  </a:lnTo>
                  <a:lnTo>
                    <a:pt x="411929" y="3275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3735" y="2444495"/>
              <a:ext cx="725805" cy="718185"/>
            </a:xfrm>
            <a:custGeom>
              <a:avLst/>
              <a:gdLst/>
              <a:ahLst/>
              <a:cxnLst/>
              <a:rect l="l" t="t" r="r" b="b"/>
              <a:pathLst>
                <a:path w="725805" h="718185">
                  <a:moveTo>
                    <a:pt x="0" y="358901"/>
                  </a:moveTo>
                  <a:lnTo>
                    <a:pt x="3311" y="310194"/>
                  </a:lnTo>
                  <a:lnTo>
                    <a:pt x="12956" y="263480"/>
                  </a:lnTo>
                  <a:lnTo>
                    <a:pt x="28504" y="219188"/>
                  </a:lnTo>
                  <a:lnTo>
                    <a:pt x="49521" y="177743"/>
                  </a:lnTo>
                  <a:lnTo>
                    <a:pt x="75576" y="139574"/>
                  </a:lnTo>
                  <a:lnTo>
                    <a:pt x="106237" y="105108"/>
                  </a:lnTo>
                  <a:lnTo>
                    <a:pt x="141070" y="74772"/>
                  </a:lnTo>
                  <a:lnTo>
                    <a:pt x="179645" y="48993"/>
                  </a:lnTo>
                  <a:lnTo>
                    <a:pt x="221529" y="28199"/>
                  </a:lnTo>
                  <a:lnTo>
                    <a:pt x="266289" y="12818"/>
                  </a:lnTo>
                  <a:lnTo>
                    <a:pt x="313494" y="3275"/>
                  </a:lnTo>
                  <a:lnTo>
                    <a:pt x="362712" y="0"/>
                  </a:lnTo>
                  <a:lnTo>
                    <a:pt x="411929" y="3275"/>
                  </a:lnTo>
                  <a:lnTo>
                    <a:pt x="459134" y="12818"/>
                  </a:lnTo>
                  <a:lnTo>
                    <a:pt x="503894" y="28199"/>
                  </a:lnTo>
                  <a:lnTo>
                    <a:pt x="545778" y="48993"/>
                  </a:lnTo>
                  <a:lnTo>
                    <a:pt x="584353" y="74772"/>
                  </a:lnTo>
                  <a:lnTo>
                    <a:pt x="619186" y="105108"/>
                  </a:lnTo>
                  <a:lnTo>
                    <a:pt x="649847" y="139574"/>
                  </a:lnTo>
                  <a:lnTo>
                    <a:pt x="675902" y="177743"/>
                  </a:lnTo>
                  <a:lnTo>
                    <a:pt x="696919" y="219188"/>
                  </a:lnTo>
                  <a:lnTo>
                    <a:pt x="712467" y="263480"/>
                  </a:lnTo>
                  <a:lnTo>
                    <a:pt x="722112" y="310194"/>
                  </a:lnTo>
                  <a:lnTo>
                    <a:pt x="725424" y="358901"/>
                  </a:lnTo>
                  <a:lnTo>
                    <a:pt x="722112" y="407609"/>
                  </a:lnTo>
                  <a:lnTo>
                    <a:pt x="712467" y="454323"/>
                  </a:lnTo>
                  <a:lnTo>
                    <a:pt x="696919" y="498615"/>
                  </a:lnTo>
                  <a:lnTo>
                    <a:pt x="675902" y="540060"/>
                  </a:lnTo>
                  <a:lnTo>
                    <a:pt x="649847" y="578229"/>
                  </a:lnTo>
                  <a:lnTo>
                    <a:pt x="619186" y="612695"/>
                  </a:lnTo>
                  <a:lnTo>
                    <a:pt x="584353" y="643031"/>
                  </a:lnTo>
                  <a:lnTo>
                    <a:pt x="545778" y="668810"/>
                  </a:lnTo>
                  <a:lnTo>
                    <a:pt x="503894" y="689604"/>
                  </a:lnTo>
                  <a:lnTo>
                    <a:pt x="459134" y="704985"/>
                  </a:lnTo>
                  <a:lnTo>
                    <a:pt x="411929" y="714528"/>
                  </a:lnTo>
                  <a:lnTo>
                    <a:pt x="362712" y="717803"/>
                  </a:lnTo>
                  <a:lnTo>
                    <a:pt x="313494" y="714528"/>
                  </a:lnTo>
                  <a:lnTo>
                    <a:pt x="266289" y="704985"/>
                  </a:lnTo>
                  <a:lnTo>
                    <a:pt x="221529" y="689604"/>
                  </a:lnTo>
                  <a:lnTo>
                    <a:pt x="179645" y="668810"/>
                  </a:lnTo>
                  <a:lnTo>
                    <a:pt x="141070" y="643031"/>
                  </a:lnTo>
                  <a:lnTo>
                    <a:pt x="106237" y="612695"/>
                  </a:lnTo>
                  <a:lnTo>
                    <a:pt x="75576" y="578229"/>
                  </a:lnTo>
                  <a:lnTo>
                    <a:pt x="49521" y="540060"/>
                  </a:lnTo>
                  <a:lnTo>
                    <a:pt x="28504" y="498615"/>
                  </a:lnTo>
                  <a:lnTo>
                    <a:pt x="12956" y="454323"/>
                  </a:lnTo>
                  <a:lnTo>
                    <a:pt x="3311" y="407609"/>
                  </a:lnTo>
                  <a:lnTo>
                    <a:pt x="0" y="358901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347" y="2597911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12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67639" y="3485388"/>
            <a:ext cx="737870" cy="730250"/>
            <a:chOff x="167639" y="3485388"/>
            <a:chExt cx="737870" cy="730250"/>
          </a:xfrm>
        </p:grpSpPr>
        <p:sp>
          <p:nvSpPr>
            <p:cNvPr id="25" name="object 25"/>
            <p:cNvSpPr/>
            <p:nvPr/>
          </p:nvSpPr>
          <p:spPr>
            <a:xfrm>
              <a:off x="173735" y="3491484"/>
              <a:ext cx="725805" cy="718185"/>
            </a:xfrm>
            <a:custGeom>
              <a:avLst/>
              <a:gdLst/>
              <a:ahLst/>
              <a:cxnLst/>
              <a:rect l="l" t="t" r="r" b="b"/>
              <a:pathLst>
                <a:path w="725805" h="718185">
                  <a:moveTo>
                    <a:pt x="362712" y="0"/>
                  </a:moveTo>
                  <a:lnTo>
                    <a:pt x="313494" y="3275"/>
                  </a:lnTo>
                  <a:lnTo>
                    <a:pt x="266289" y="12818"/>
                  </a:lnTo>
                  <a:lnTo>
                    <a:pt x="221529" y="28199"/>
                  </a:lnTo>
                  <a:lnTo>
                    <a:pt x="179645" y="48993"/>
                  </a:lnTo>
                  <a:lnTo>
                    <a:pt x="141070" y="74772"/>
                  </a:lnTo>
                  <a:lnTo>
                    <a:pt x="106237" y="105108"/>
                  </a:lnTo>
                  <a:lnTo>
                    <a:pt x="75576" y="139574"/>
                  </a:lnTo>
                  <a:lnTo>
                    <a:pt x="49521" y="177743"/>
                  </a:lnTo>
                  <a:lnTo>
                    <a:pt x="28504" y="219188"/>
                  </a:lnTo>
                  <a:lnTo>
                    <a:pt x="12956" y="263480"/>
                  </a:lnTo>
                  <a:lnTo>
                    <a:pt x="3311" y="310194"/>
                  </a:lnTo>
                  <a:lnTo>
                    <a:pt x="0" y="358901"/>
                  </a:lnTo>
                  <a:lnTo>
                    <a:pt x="3311" y="407609"/>
                  </a:lnTo>
                  <a:lnTo>
                    <a:pt x="12956" y="454323"/>
                  </a:lnTo>
                  <a:lnTo>
                    <a:pt x="28504" y="498615"/>
                  </a:lnTo>
                  <a:lnTo>
                    <a:pt x="49521" y="540060"/>
                  </a:lnTo>
                  <a:lnTo>
                    <a:pt x="75576" y="578229"/>
                  </a:lnTo>
                  <a:lnTo>
                    <a:pt x="106237" y="612695"/>
                  </a:lnTo>
                  <a:lnTo>
                    <a:pt x="141070" y="643031"/>
                  </a:lnTo>
                  <a:lnTo>
                    <a:pt x="179645" y="668810"/>
                  </a:lnTo>
                  <a:lnTo>
                    <a:pt x="221529" y="689604"/>
                  </a:lnTo>
                  <a:lnTo>
                    <a:pt x="266289" y="704985"/>
                  </a:lnTo>
                  <a:lnTo>
                    <a:pt x="313494" y="714528"/>
                  </a:lnTo>
                  <a:lnTo>
                    <a:pt x="362712" y="717803"/>
                  </a:lnTo>
                  <a:lnTo>
                    <a:pt x="411929" y="714528"/>
                  </a:lnTo>
                  <a:lnTo>
                    <a:pt x="459134" y="704985"/>
                  </a:lnTo>
                  <a:lnTo>
                    <a:pt x="503894" y="689604"/>
                  </a:lnTo>
                  <a:lnTo>
                    <a:pt x="545778" y="668810"/>
                  </a:lnTo>
                  <a:lnTo>
                    <a:pt x="584353" y="643031"/>
                  </a:lnTo>
                  <a:lnTo>
                    <a:pt x="619186" y="612695"/>
                  </a:lnTo>
                  <a:lnTo>
                    <a:pt x="649847" y="578229"/>
                  </a:lnTo>
                  <a:lnTo>
                    <a:pt x="675902" y="540060"/>
                  </a:lnTo>
                  <a:lnTo>
                    <a:pt x="696919" y="498615"/>
                  </a:lnTo>
                  <a:lnTo>
                    <a:pt x="712467" y="454323"/>
                  </a:lnTo>
                  <a:lnTo>
                    <a:pt x="722112" y="407609"/>
                  </a:lnTo>
                  <a:lnTo>
                    <a:pt x="725424" y="358901"/>
                  </a:lnTo>
                  <a:lnTo>
                    <a:pt x="722112" y="310194"/>
                  </a:lnTo>
                  <a:lnTo>
                    <a:pt x="712467" y="263480"/>
                  </a:lnTo>
                  <a:lnTo>
                    <a:pt x="696919" y="219188"/>
                  </a:lnTo>
                  <a:lnTo>
                    <a:pt x="675902" y="177743"/>
                  </a:lnTo>
                  <a:lnTo>
                    <a:pt x="649847" y="139574"/>
                  </a:lnTo>
                  <a:lnTo>
                    <a:pt x="619186" y="105108"/>
                  </a:lnTo>
                  <a:lnTo>
                    <a:pt x="584353" y="74772"/>
                  </a:lnTo>
                  <a:lnTo>
                    <a:pt x="545778" y="48993"/>
                  </a:lnTo>
                  <a:lnTo>
                    <a:pt x="503894" y="28199"/>
                  </a:lnTo>
                  <a:lnTo>
                    <a:pt x="459134" y="12818"/>
                  </a:lnTo>
                  <a:lnTo>
                    <a:pt x="411929" y="3275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3735" y="3491484"/>
              <a:ext cx="725805" cy="718185"/>
            </a:xfrm>
            <a:custGeom>
              <a:avLst/>
              <a:gdLst/>
              <a:ahLst/>
              <a:cxnLst/>
              <a:rect l="l" t="t" r="r" b="b"/>
              <a:pathLst>
                <a:path w="725805" h="718185">
                  <a:moveTo>
                    <a:pt x="0" y="358901"/>
                  </a:moveTo>
                  <a:lnTo>
                    <a:pt x="3311" y="310194"/>
                  </a:lnTo>
                  <a:lnTo>
                    <a:pt x="12956" y="263480"/>
                  </a:lnTo>
                  <a:lnTo>
                    <a:pt x="28504" y="219188"/>
                  </a:lnTo>
                  <a:lnTo>
                    <a:pt x="49521" y="177743"/>
                  </a:lnTo>
                  <a:lnTo>
                    <a:pt x="75576" y="139574"/>
                  </a:lnTo>
                  <a:lnTo>
                    <a:pt x="106237" y="105108"/>
                  </a:lnTo>
                  <a:lnTo>
                    <a:pt x="141070" y="74772"/>
                  </a:lnTo>
                  <a:lnTo>
                    <a:pt x="179645" y="48993"/>
                  </a:lnTo>
                  <a:lnTo>
                    <a:pt x="221529" y="28199"/>
                  </a:lnTo>
                  <a:lnTo>
                    <a:pt x="266289" y="12818"/>
                  </a:lnTo>
                  <a:lnTo>
                    <a:pt x="313494" y="3275"/>
                  </a:lnTo>
                  <a:lnTo>
                    <a:pt x="362712" y="0"/>
                  </a:lnTo>
                  <a:lnTo>
                    <a:pt x="411929" y="3275"/>
                  </a:lnTo>
                  <a:lnTo>
                    <a:pt x="459134" y="12818"/>
                  </a:lnTo>
                  <a:lnTo>
                    <a:pt x="503894" y="28199"/>
                  </a:lnTo>
                  <a:lnTo>
                    <a:pt x="545778" y="48993"/>
                  </a:lnTo>
                  <a:lnTo>
                    <a:pt x="584353" y="74772"/>
                  </a:lnTo>
                  <a:lnTo>
                    <a:pt x="619186" y="105108"/>
                  </a:lnTo>
                  <a:lnTo>
                    <a:pt x="649847" y="139574"/>
                  </a:lnTo>
                  <a:lnTo>
                    <a:pt x="675902" y="177743"/>
                  </a:lnTo>
                  <a:lnTo>
                    <a:pt x="696919" y="219188"/>
                  </a:lnTo>
                  <a:lnTo>
                    <a:pt x="712467" y="263480"/>
                  </a:lnTo>
                  <a:lnTo>
                    <a:pt x="722112" y="310194"/>
                  </a:lnTo>
                  <a:lnTo>
                    <a:pt x="725424" y="358901"/>
                  </a:lnTo>
                  <a:lnTo>
                    <a:pt x="722112" y="407609"/>
                  </a:lnTo>
                  <a:lnTo>
                    <a:pt x="712467" y="454323"/>
                  </a:lnTo>
                  <a:lnTo>
                    <a:pt x="696919" y="498615"/>
                  </a:lnTo>
                  <a:lnTo>
                    <a:pt x="675902" y="540060"/>
                  </a:lnTo>
                  <a:lnTo>
                    <a:pt x="649847" y="578229"/>
                  </a:lnTo>
                  <a:lnTo>
                    <a:pt x="619186" y="612695"/>
                  </a:lnTo>
                  <a:lnTo>
                    <a:pt x="584353" y="643031"/>
                  </a:lnTo>
                  <a:lnTo>
                    <a:pt x="545778" y="668810"/>
                  </a:lnTo>
                  <a:lnTo>
                    <a:pt x="503894" y="689604"/>
                  </a:lnTo>
                  <a:lnTo>
                    <a:pt x="459134" y="704985"/>
                  </a:lnTo>
                  <a:lnTo>
                    <a:pt x="411929" y="714528"/>
                  </a:lnTo>
                  <a:lnTo>
                    <a:pt x="362712" y="717803"/>
                  </a:lnTo>
                  <a:lnTo>
                    <a:pt x="313494" y="714528"/>
                  </a:lnTo>
                  <a:lnTo>
                    <a:pt x="266289" y="704985"/>
                  </a:lnTo>
                  <a:lnTo>
                    <a:pt x="221529" y="689604"/>
                  </a:lnTo>
                  <a:lnTo>
                    <a:pt x="179645" y="668810"/>
                  </a:lnTo>
                  <a:lnTo>
                    <a:pt x="141070" y="643031"/>
                  </a:lnTo>
                  <a:lnTo>
                    <a:pt x="106237" y="612695"/>
                  </a:lnTo>
                  <a:lnTo>
                    <a:pt x="75576" y="578229"/>
                  </a:lnTo>
                  <a:lnTo>
                    <a:pt x="49521" y="540060"/>
                  </a:lnTo>
                  <a:lnTo>
                    <a:pt x="28504" y="498615"/>
                  </a:lnTo>
                  <a:lnTo>
                    <a:pt x="12956" y="454323"/>
                  </a:lnTo>
                  <a:lnTo>
                    <a:pt x="3311" y="407609"/>
                  </a:lnTo>
                  <a:lnTo>
                    <a:pt x="0" y="358901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71347" y="3644645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13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7639" y="4460747"/>
            <a:ext cx="737870" cy="728980"/>
            <a:chOff x="167639" y="4460747"/>
            <a:chExt cx="737870" cy="728980"/>
          </a:xfrm>
        </p:grpSpPr>
        <p:sp>
          <p:nvSpPr>
            <p:cNvPr id="29" name="object 29"/>
            <p:cNvSpPr/>
            <p:nvPr/>
          </p:nvSpPr>
          <p:spPr>
            <a:xfrm>
              <a:off x="173735" y="4466843"/>
              <a:ext cx="725805" cy="716280"/>
            </a:xfrm>
            <a:custGeom>
              <a:avLst/>
              <a:gdLst/>
              <a:ahLst/>
              <a:cxnLst/>
              <a:rect l="l" t="t" r="r" b="b"/>
              <a:pathLst>
                <a:path w="725805" h="716279">
                  <a:moveTo>
                    <a:pt x="362712" y="0"/>
                  </a:moveTo>
                  <a:lnTo>
                    <a:pt x="313494" y="3270"/>
                  </a:lnTo>
                  <a:lnTo>
                    <a:pt x="266289" y="12797"/>
                  </a:lnTo>
                  <a:lnTo>
                    <a:pt x="221529" y="28152"/>
                  </a:lnTo>
                  <a:lnTo>
                    <a:pt x="179645" y="48909"/>
                  </a:lnTo>
                  <a:lnTo>
                    <a:pt x="141070" y="74640"/>
                  </a:lnTo>
                  <a:lnTo>
                    <a:pt x="106237" y="104917"/>
                  </a:lnTo>
                  <a:lnTo>
                    <a:pt x="75576" y="139315"/>
                  </a:lnTo>
                  <a:lnTo>
                    <a:pt x="49521" y="177404"/>
                  </a:lnTo>
                  <a:lnTo>
                    <a:pt x="28504" y="218759"/>
                  </a:lnTo>
                  <a:lnTo>
                    <a:pt x="12956" y="262951"/>
                  </a:lnTo>
                  <a:lnTo>
                    <a:pt x="3311" y="309554"/>
                  </a:lnTo>
                  <a:lnTo>
                    <a:pt x="0" y="358139"/>
                  </a:lnTo>
                  <a:lnTo>
                    <a:pt x="3311" y="406725"/>
                  </a:lnTo>
                  <a:lnTo>
                    <a:pt x="12956" y="453328"/>
                  </a:lnTo>
                  <a:lnTo>
                    <a:pt x="28504" y="497520"/>
                  </a:lnTo>
                  <a:lnTo>
                    <a:pt x="49521" y="538875"/>
                  </a:lnTo>
                  <a:lnTo>
                    <a:pt x="75576" y="576964"/>
                  </a:lnTo>
                  <a:lnTo>
                    <a:pt x="106237" y="611362"/>
                  </a:lnTo>
                  <a:lnTo>
                    <a:pt x="141070" y="641639"/>
                  </a:lnTo>
                  <a:lnTo>
                    <a:pt x="179645" y="667370"/>
                  </a:lnTo>
                  <a:lnTo>
                    <a:pt x="221529" y="688127"/>
                  </a:lnTo>
                  <a:lnTo>
                    <a:pt x="266289" y="703482"/>
                  </a:lnTo>
                  <a:lnTo>
                    <a:pt x="313494" y="713009"/>
                  </a:lnTo>
                  <a:lnTo>
                    <a:pt x="362712" y="716279"/>
                  </a:lnTo>
                  <a:lnTo>
                    <a:pt x="411929" y="713009"/>
                  </a:lnTo>
                  <a:lnTo>
                    <a:pt x="459134" y="703482"/>
                  </a:lnTo>
                  <a:lnTo>
                    <a:pt x="503894" y="688127"/>
                  </a:lnTo>
                  <a:lnTo>
                    <a:pt x="545778" y="667370"/>
                  </a:lnTo>
                  <a:lnTo>
                    <a:pt x="584353" y="641639"/>
                  </a:lnTo>
                  <a:lnTo>
                    <a:pt x="619186" y="611362"/>
                  </a:lnTo>
                  <a:lnTo>
                    <a:pt x="649847" y="576964"/>
                  </a:lnTo>
                  <a:lnTo>
                    <a:pt x="675902" y="538875"/>
                  </a:lnTo>
                  <a:lnTo>
                    <a:pt x="696919" y="497520"/>
                  </a:lnTo>
                  <a:lnTo>
                    <a:pt x="712467" y="453328"/>
                  </a:lnTo>
                  <a:lnTo>
                    <a:pt x="722112" y="406725"/>
                  </a:lnTo>
                  <a:lnTo>
                    <a:pt x="725424" y="358139"/>
                  </a:lnTo>
                  <a:lnTo>
                    <a:pt x="722112" y="309554"/>
                  </a:lnTo>
                  <a:lnTo>
                    <a:pt x="712467" y="262951"/>
                  </a:lnTo>
                  <a:lnTo>
                    <a:pt x="696919" y="218759"/>
                  </a:lnTo>
                  <a:lnTo>
                    <a:pt x="675902" y="177404"/>
                  </a:lnTo>
                  <a:lnTo>
                    <a:pt x="649847" y="139315"/>
                  </a:lnTo>
                  <a:lnTo>
                    <a:pt x="619186" y="104917"/>
                  </a:lnTo>
                  <a:lnTo>
                    <a:pt x="584353" y="74640"/>
                  </a:lnTo>
                  <a:lnTo>
                    <a:pt x="545778" y="48909"/>
                  </a:lnTo>
                  <a:lnTo>
                    <a:pt x="503894" y="28152"/>
                  </a:lnTo>
                  <a:lnTo>
                    <a:pt x="459134" y="12797"/>
                  </a:lnTo>
                  <a:lnTo>
                    <a:pt x="411929" y="3270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3735" y="4466843"/>
              <a:ext cx="725805" cy="716280"/>
            </a:xfrm>
            <a:custGeom>
              <a:avLst/>
              <a:gdLst/>
              <a:ahLst/>
              <a:cxnLst/>
              <a:rect l="l" t="t" r="r" b="b"/>
              <a:pathLst>
                <a:path w="725805" h="716279">
                  <a:moveTo>
                    <a:pt x="0" y="358139"/>
                  </a:moveTo>
                  <a:lnTo>
                    <a:pt x="3311" y="309554"/>
                  </a:lnTo>
                  <a:lnTo>
                    <a:pt x="12956" y="262951"/>
                  </a:lnTo>
                  <a:lnTo>
                    <a:pt x="28504" y="218759"/>
                  </a:lnTo>
                  <a:lnTo>
                    <a:pt x="49521" y="177404"/>
                  </a:lnTo>
                  <a:lnTo>
                    <a:pt x="75576" y="139315"/>
                  </a:lnTo>
                  <a:lnTo>
                    <a:pt x="106237" y="104917"/>
                  </a:lnTo>
                  <a:lnTo>
                    <a:pt x="141070" y="74640"/>
                  </a:lnTo>
                  <a:lnTo>
                    <a:pt x="179645" y="48909"/>
                  </a:lnTo>
                  <a:lnTo>
                    <a:pt x="221529" y="28152"/>
                  </a:lnTo>
                  <a:lnTo>
                    <a:pt x="266289" y="12797"/>
                  </a:lnTo>
                  <a:lnTo>
                    <a:pt x="313494" y="3270"/>
                  </a:lnTo>
                  <a:lnTo>
                    <a:pt x="362712" y="0"/>
                  </a:lnTo>
                  <a:lnTo>
                    <a:pt x="411929" y="3270"/>
                  </a:lnTo>
                  <a:lnTo>
                    <a:pt x="459134" y="12797"/>
                  </a:lnTo>
                  <a:lnTo>
                    <a:pt x="503894" y="28152"/>
                  </a:lnTo>
                  <a:lnTo>
                    <a:pt x="545778" y="48909"/>
                  </a:lnTo>
                  <a:lnTo>
                    <a:pt x="584353" y="74640"/>
                  </a:lnTo>
                  <a:lnTo>
                    <a:pt x="619186" y="104917"/>
                  </a:lnTo>
                  <a:lnTo>
                    <a:pt x="649847" y="139315"/>
                  </a:lnTo>
                  <a:lnTo>
                    <a:pt x="675902" y="177404"/>
                  </a:lnTo>
                  <a:lnTo>
                    <a:pt x="696919" y="218759"/>
                  </a:lnTo>
                  <a:lnTo>
                    <a:pt x="712467" y="262951"/>
                  </a:lnTo>
                  <a:lnTo>
                    <a:pt x="722112" y="309554"/>
                  </a:lnTo>
                  <a:lnTo>
                    <a:pt x="725424" y="358139"/>
                  </a:lnTo>
                  <a:lnTo>
                    <a:pt x="722112" y="406725"/>
                  </a:lnTo>
                  <a:lnTo>
                    <a:pt x="712467" y="453328"/>
                  </a:lnTo>
                  <a:lnTo>
                    <a:pt x="696919" y="497520"/>
                  </a:lnTo>
                  <a:lnTo>
                    <a:pt x="675902" y="538875"/>
                  </a:lnTo>
                  <a:lnTo>
                    <a:pt x="649847" y="576964"/>
                  </a:lnTo>
                  <a:lnTo>
                    <a:pt x="619186" y="611362"/>
                  </a:lnTo>
                  <a:lnTo>
                    <a:pt x="584353" y="641639"/>
                  </a:lnTo>
                  <a:lnTo>
                    <a:pt x="545778" y="667370"/>
                  </a:lnTo>
                  <a:lnTo>
                    <a:pt x="503894" y="688127"/>
                  </a:lnTo>
                  <a:lnTo>
                    <a:pt x="459134" y="703482"/>
                  </a:lnTo>
                  <a:lnTo>
                    <a:pt x="411929" y="713009"/>
                  </a:lnTo>
                  <a:lnTo>
                    <a:pt x="362712" y="716279"/>
                  </a:lnTo>
                  <a:lnTo>
                    <a:pt x="313494" y="713009"/>
                  </a:lnTo>
                  <a:lnTo>
                    <a:pt x="266289" y="703482"/>
                  </a:lnTo>
                  <a:lnTo>
                    <a:pt x="221529" y="688127"/>
                  </a:lnTo>
                  <a:lnTo>
                    <a:pt x="179645" y="667370"/>
                  </a:lnTo>
                  <a:lnTo>
                    <a:pt x="141070" y="641639"/>
                  </a:lnTo>
                  <a:lnTo>
                    <a:pt x="106237" y="611362"/>
                  </a:lnTo>
                  <a:lnTo>
                    <a:pt x="75576" y="576964"/>
                  </a:lnTo>
                  <a:lnTo>
                    <a:pt x="49521" y="538875"/>
                  </a:lnTo>
                  <a:lnTo>
                    <a:pt x="28504" y="497520"/>
                  </a:lnTo>
                  <a:lnTo>
                    <a:pt x="12956" y="453328"/>
                  </a:lnTo>
                  <a:lnTo>
                    <a:pt x="3311" y="406725"/>
                  </a:lnTo>
                  <a:lnTo>
                    <a:pt x="0" y="358139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71347" y="4619625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14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67639" y="5477255"/>
            <a:ext cx="737870" cy="728980"/>
            <a:chOff x="167639" y="5477255"/>
            <a:chExt cx="737870" cy="728980"/>
          </a:xfrm>
        </p:grpSpPr>
        <p:sp>
          <p:nvSpPr>
            <p:cNvPr id="33" name="object 33"/>
            <p:cNvSpPr/>
            <p:nvPr/>
          </p:nvSpPr>
          <p:spPr>
            <a:xfrm>
              <a:off x="173735" y="5483351"/>
              <a:ext cx="725805" cy="716280"/>
            </a:xfrm>
            <a:custGeom>
              <a:avLst/>
              <a:gdLst/>
              <a:ahLst/>
              <a:cxnLst/>
              <a:rect l="l" t="t" r="r" b="b"/>
              <a:pathLst>
                <a:path w="725805" h="716279">
                  <a:moveTo>
                    <a:pt x="362712" y="0"/>
                  </a:moveTo>
                  <a:lnTo>
                    <a:pt x="313494" y="3269"/>
                  </a:lnTo>
                  <a:lnTo>
                    <a:pt x="266289" y="12793"/>
                  </a:lnTo>
                  <a:lnTo>
                    <a:pt x="221529" y="28145"/>
                  </a:lnTo>
                  <a:lnTo>
                    <a:pt x="179645" y="48897"/>
                  </a:lnTo>
                  <a:lnTo>
                    <a:pt x="141070" y="74624"/>
                  </a:lnTo>
                  <a:lnTo>
                    <a:pt x="106237" y="104898"/>
                  </a:lnTo>
                  <a:lnTo>
                    <a:pt x="75576" y="139293"/>
                  </a:lnTo>
                  <a:lnTo>
                    <a:pt x="49521" y="177382"/>
                  </a:lnTo>
                  <a:lnTo>
                    <a:pt x="28504" y="218738"/>
                  </a:lnTo>
                  <a:lnTo>
                    <a:pt x="12956" y="262934"/>
                  </a:lnTo>
                  <a:lnTo>
                    <a:pt x="3311" y="309543"/>
                  </a:lnTo>
                  <a:lnTo>
                    <a:pt x="0" y="358140"/>
                  </a:lnTo>
                  <a:lnTo>
                    <a:pt x="3311" y="406736"/>
                  </a:lnTo>
                  <a:lnTo>
                    <a:pt x="12956" y="453345"/>
                  </a:lnTo>
                  <a:lnTo>
                    <a:pt x="28504" y="497541"/>
                  </a:lnTo>
                  <a:lnTo>
                    <a:pt x="49521" y="538897"/>
                  </a:lnTo>
                  <a:lnTo>
                    <a:pt x="75576" y="576986"/>
                  </a:lnTo>
                  <a:lnTo>
                    <a:pt x="106237" y="611381"/>
                  </a:lnTo>
                  <a:lnTo>
                    <a:pt x="141070" y="641655"/>
                  </a:lnTo>
                  <a:lnTo>
                    <a:pt x="179645" y="667382"/>
                  </a:lnTo>
                  <a:lnTo>
                    <a:pt x="221529" y="688134"/>
                  </a:lnTo>
                  <a:lnTo>
                    <a:pt x="266289" y="703486"/>
                  </a:lnTo>
                  <a:lnTo>
                    <a:pt x="313494" y="713010"/>
                  </a:lnTo>
                  <a:lnTo>
                    <a:pt x="362712" y="716280"/>
                  </a:lnTo>
                  <a:lnTo>
                    <a:pt x="411929" y="713010"/>
                  </a:lnTo>
                  <a:lnTo>
                    <a:pt x="459134" y="703486"/>
                  </a:lnTo>
                  <a:lnTo>
                    <a:pt x="503894" y="688134"/>
                  </a:lnTo>
                  <a:lnTo>
                    <a:pt x="545778" y="667382"/>
                  </a:lnTo>
                  <a:lnTo>
                    <a:pt x="584353" y="641655"/>
                  </a:lnTo>
                  <a:lnTo>
                    <a:pt x="619186" y="611381"/>
                  </a:lnTo>
                  <a:lnTo>
                    <a:pt x="649847" y="576986"/>
                  </a:lnTo>
                  <a:lnTo>
                    <a:pt x="675902" y="538897"/>
                  </a:lnTo>
                  <a:lnTo>
                    <a:pt x="696919" y="497541"/>
                  </a:lnTo>
                  <a:lnTo>
                    <a:pt x="712467" y="453345"/>
                  </a:lnTo>
                  <a:lnTo>
                    <a:pt x="722112" y="406736"/>
                  </a:lnTo>
                  <a:lnTo>
                    <a:pt x="725424" y="358140"/>
                  </a:lnTo>
                  <a:lnTo>
                    <a:pt x="722112" y="309543"/>
                  </a:lnTo>
                  <a:lnTo>
                    <a:pt x="712467" y="262934"/>
                  </a:lnTo>
                  <a:lnTo>
                    <a:pt x="696919" y="218738"/>
                  </a:lnTo>
                  <a:lnTo>
                    <a:pt x="675902" y="177382"/>
                  </a:lnTo>
                  <a:lnTo>
                    <a:pt x="649847" y="139293"/>
                  </a:lnTo>
                  <a:lnTo>
                    <a:pt x="619186" y="104898"/>
                  </a:lnTo>
                  <a:lnTo>
                    <a:pt x="584353" y="74624"/>
                  </a:lnTo>
                  <a:lnTo>
                    <a:pt x="545778" y="48897"/>
                  </a:lnTo>
                  <a:lnTo>
                    <a:pt x="503894" y="28145"/>
                  </a:lnTo>
                  <a:lnTo>
                    <a:pt x="459134" y="12793"/>
                  </a:lnTo>
                  <a:lnTo>
                    <a:pt x="411929" y="3269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F58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3735" y="5483351"/>
              <a:ext cx="725805" cy="716280"/>
            </a:xfrm>
            <a:custGeom>
              <a:avLst/>
              <a:gdLst/>
              <a:ahLst/>
              <a:cxnLst/>
              <a:rect l="l" t="t" r="r" b="b"/>
              <a:pathLst>
                <a:path w="725805" h="716279">
                  <a:moveTo>
                    <a:pt x="0" y="358140"/>
                  </a:moveTo>
                  <a:lnTo>
                    <a:pt x="3311" y="309543"/>
                  </a:lnTo>
                  <a:lnTo>
                    <a:pt x="12956" y="262934"/>
                  </a:lnTo>
                  <a:lnTo>
                    <a:pt x="28504" y="218738"/>
                  </a:lnTo>
                  <a:lnTo>
                    <a:pt x="49521" y="177382"/>
                  </a:lnTo>
                  <a:lnTo>
                    <a:pt x="75576" y="139293"/>
                  </a:lnTo>
                  <a:lnTo>
                    <a:pt x="106237" y="104898"/>
                  </a:lnTo>
                  <a:lnTo>
                    <a:pt x="141070" y="74624"/>
                  </a:lnTo>
                  <a:lnTo>
                    <a:pt x="179645" y="48897"/>
                  </a:lnTo>
                  <a:lnTo>
                    <a:pt x="221529" y="28145"/>
                  </a:lnTo>
                  <a:lnTo>
                    <a:pt x="266289" y="12793"/>
                  </a:lnTo>
                  <a:lnTo>
                    <a:pt x="313494" y="3269"/>
                  </a:lnTo>
                  <a:lnTo>
                    <a:pt x="362712" y="0"/>
                  </a:lnTo>
                  <a:lnTo>
                    <a:pt x="411929" y="3269"/>
                  </a:lnTo>
                  <a:lnTo>
                    <a:pt x="459134" y="12793"/>
                  </a:lnTo>
                  <a:lnTo>
                    <a:pt x="503894" y="28145"/>
                  </a:lnTo>
                  <a:lnTo>
                    <a:pt x="545778" y="48897"/>
                  </a:lnTo>
                  <a:lnTo>
                    <a:pt x="584353" y="74624"/>
                  </a:lnTo>
                  <a:lnTo>
                    <a:pt x="619186" y="104898"/>
                  </a:lnTo>
                  <a:lnTo>
                    <a:pt x="649847" y="139293"/>
                  </a:lnTo>
                  <a:lnTo>
                    <a:pt x="675902" y="177382"/>
                  </a:lnTo>
                  <a:lnTo>
                    <a:pt x="696919" y="218738"/>
                  </a:lnTo>
                  <a:lnTo>
                    <a:pt x="712467" y="262934"/>
                  </a:lnTo>
                  <a:lnTo>
                    <a:pt x="722112" y="309543"/>
                  </a:lnTo>
                  <a:lnTo>
                    <a:pt x="725424" y="358140"/>
                  </a:lnTo>
                  <a:lnTo>
                    <a:pt x="722112" y="406736"/>
                  </a:lnTo>
                  <a:lnTo>
                    <a:pt x="712467" y="453345"/>
                  </a:lnTo>
                  <a:lnTo>
                    <a:pt x="696919" y="497541"/>
                  </a:lnTo>
                  <a:lnTo>
                    <a:pt x="675902" y="538897"/>
                  </a:lnTo>
                  <a:lnTo>
                    <a:pt x="649847" y="576986"/>
                  </a:lnTo>
                  <a:lnTo>
                    <a:pt x="619186" y="611381"/>
                  </a:lnTo>
                  <a:lnTo>
                    <a:pt x="584353" y="641655"/>
                  </a:lnTo>
                  <a:lnTo>
                    <a:pt x="545778" y="667382"/>
                  </a:lnTo>
                  <a:lnTo>
                    <a:pt x="503894" y="688134"/>
                  </a:lnTo>
                  <a:lnTo>
                    <a:pt x="459134" y="703486"/>
                  </a:lnTo>
                  <a:lnTo>
                    <a:pt x="411929" y="713010"/>
                  </a:lnTo>
                  <a:lnTo>
                    <a:pt x="362712" y="716280"/>
                  </a:lnTo>
                  <a:lnTo>
                    <a:pt x="313494" y="713010"/>
                  </a:lnTo>
                  <a:lnTo>
                    <a:pt x="266289" y="703486"/>
                  </a:lnTo>
                  <a:lnTo>
                    <a:pt x="221529" y="688134"/>
                  </a:lnTo>
                  <a:lnTo>
                    <a:pt x="179645" y="667382"/>
                  </a:lnTo>
                  <a:lnTo>
                    <a:pt x="141070" y="641655"/>
                  </a:lnTo>
                  <a:lnTo>
                    <a:pt x="106237" y="611381"/>
                  </a:lnTo>
                  <a:lnTo>
                    <a:pt x="75576" y="576986"/>
                  </a:lnTo>
                  <a:lnTo>
                    <a:pt x="49521" y="538897"/>
                  </a:lnTo>
                  <a:lnTo>
                    <a:pt x="28504" y="497541"/>
                  </a:lnTo>
                  <a:lnTo>
                    <a:pt x="12956" y="453345"/>
                  </a:lnTo>
                  <a:lnTo>
                    <a:pt x="3311" y="406736"/>
                  </a:lnTo>
                  <a:lnTo>
                    <a:pt x="0" y="358140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71347" y="563646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15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7056"/>
            <a:ext cx="12204700" cy="780415"/>
            <a:chOff x="-6095" y="67056"/>
            <a:chExt cx="12204700" cy="780415"/>
          </a:xfrm>
        </p:grpSpPr>
        <p:sp>
          <p:nvSpPr>
            <p:cNvPr id="3" name="object 3"/>
            <p:cNvSpPr/>
            <p:nvPr/>
          </p:nvSpPr>
          <p:spPr>
            <a:xfrm>
              <a:off x="0" y="73152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12063984" y="0"/>
                  </a:moveTo>
                  <a:lnTo>
                    <a:pt x="128016" y="0"/>
                  </a:lnTo>
                  <a:lnTo>
                    <a:pt x="78186" y="10054"/>
                  </a:lnTo>
                  <a:lnTo>
                    <a:pt x="37494" y="37480"/>
                  </a:lnTo>
                  <a:lnTo>
                    <a:pt x="10060" y="78170"/>
                  </a:lnTo>
                  <a:lnTo>
                    <a:pt x="0" y="128016"/>
                  </a:lnTo>
                  <a:lnTo>
                    <a:pt x="0" y="640080"/>
                  </a:lnTo>
                  <a:lnTo>
                    <a:pt x="10060" y="689925"/>
                  </a:lnTo>
                  <a:lnTo>
                    <a:pt x="37494" y="730615"/>
                  </a:lnTo>
                  <a:lnTo>
                    <a:pt x="78186" y="758041"/>
                  </a:lnTo>
                  <a:lnTo>
                    <a:pt x="128016" y="768096"/>
                  </a:lnTo>
                  <a:lnTo>
                    <a:pt x="12063984" y="768096"/>
                  </a:lnTo>
                  <a:lnTo>
                    <a:pt x="12113829" y="758041"/>
                  </a:lnTo>
                  <a:lnTo>
                    <a:pt x="12154519" y="730615"/>
                  </a:lnTo>
                  <a:lnTo>
                    <a:pt x="12181945" y="689925"/>
                  </a:lnTo>
                  <a:lnTo>
                    <a:pt x="12192000" y="640080"/>
                  </a:lnTo>
                  <a:lnTo>
                    <a:pt x="12192000" y="128016"/>
                  </a:lnTo>
                  <a:lnTo>
                    <a:pt x="12181945" y="78170"/>
                  </a:lnTo>
                  <a:lnTo>
                    <a:pt x="12154519" y="37480"/>
                  </a:lnTo>
                  <a:lnTo>
                    <a:pt x="12113829" y="10054"/>
                  </a:lnTo>
                  <a:lnTo>
                    <a:pt x="120639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73152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0" y="128016"/>
                  </a:moveTo>
                  <a:lnTo>
                    <a:pt x="10060" y="78170"/>
                  </a:lnTo>
                  <a:lnTo>
                    <a:pt x="37494" y="37480"/>
                  </a:lnTo>
                  <a:lnTo>
                    <a:pt x="78186" y="10054"/>
                  </a:lnTo>
                  <a:lnTo>
                    <a:pt x="128016" y="0"/>
                  </a:lnTo>
                  <a:lnTo>
                    <a:pt x="12063984" y="0"/>
                  </a:lnTo>
                  <a:lnTo>
                    <a:pt x="12113829" y="10054"/>
                  </a:lnTo>
                  <a:lnTo>
                    <a:pt x="12154519" y="37480"/>
                  </a:lnTo>
                  <a:lnTo>
                    <a:pt x="12181945" y="78170"/>
                  </a:lnTo>
                  <a:lnTo>
                    <a:pt x="12192000" y="128016"/>
                  </a:lnTo>
                  <a:lnTo>
                    <a:pt x="12192000" y="640080"/>
                  </a:lnTo>
                  <a:lnTo>
                    <a:pt x="12181945" y="689925"/>
                  </a:lnTo>
                  <a:lnTo>
                    <a:pt x="12154519" y="730615"/>
                  </a:lnTo>
                  <a:lnTo>
                    <a:pt x="12113829" y="758041"/>
                  </a:lnTo>
                  <a:lnTo>
                    <a:pt x="12063984" y="768096"/>
                  </a:lnTo>
                  <a:lnTo>
                    <a:pt x="128016" y="768096"/>
                  </a:lnTo>
                  <a:lnTo>
                    <a:pt x="78186" y="758041"/>
                  </a:lnTo>
                  <a:lnTo>
                    <a:pt x="37494" y="730615"/>
                  </a:lnTo>
                  <a:lnTo>
                    <a:pt x="10060" y="689925"/>
                  </a:lnTo>
                  <a:lnTo>
                    <a:pt x="0" y="640080"/>
                  </a:lnTo>
                  <a:lnTo>
                    <a:pt x="0" y="12801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I</a:t>
            </a:r>
            <a:r>
              <a:rPr sz="4000" spc="-440" dirty="0"/>
              <a:t>n</a:t>
            </a:r>
            <a:r>
              <a:rPr sz="4350" spc="-2587" baseline="29693" dirty="0">
                <a:solidFill>
                  <a:srgbClr val="C00000"/>
                </a:solidFill>
              </a:rPr>
              <a:t>A</a:t>
            </a:r>
            <a:r>
              <a:rPr sz="4000" spc="-20" dirty="0"/>
              <a:t>t</a:t>
            </a:r>
            <a:r>
              <a:rPr sz="4000" spc="-1460" dirty="0"/>
              <a:t>r</a:t>
            </a:r>
            <a:r>
              <a:rPr sz="4350" spc="-1395" baseline="29693" dirty="0">
                <a:solidFill>
                  <a:srgbClr val="C00000"/>
                </a:solidFill>
              </a:rPr>
              <a:t>G</a:t>
            </a:r>
            <a:r>
              <a:rPr sz="4000" spc="-1130" dirty="0"/>
              <a:t>o</a:t>
            </a:r>
            <a:r>
              <a:rPr sz="4350" spc="-1305" baseline="29693" dirty="0">
                <a:solidFill>
                  <a:srgbClr val="C00000"/>
                </a:solidFill>
              </a:rPr>
              <a:t>E</a:t>
            </a:r>
            <a:r>
              <a:rPr sz="4000" spc="-1425" dirty="0"/>
              <a:t>d</a:t>
            </a:r>
            <a:r>
              <a:rPr sz="4350" spc="-1117" baseline="29693" dirty="0">
                <a:solidFill>
                  <a:srgbClr val="C00000"/>
                </a:solidFill>
              </a:rPr>
              <a:t>N</a:t>
            </a:r>
            <a:r>
              <a:rPr sz="4000" spc="-1555" dirty="0"/>
              <a:t>u</a:t>
            </a:r>
            <a:r>
              <a:rPr sz="4350" spc="-930" baseline="29693" dirty="0">
                <a:solidFill>
                  <a:srgbClr val="C00000"/>
                </a:solidFill>
              </a:rPr>
              <a:t>D</a:t>
            </a:r>
            <a:r>
              <a:rPr sz="4000" spc="-1225" dirty="0"/>
              <a:t>c</a:t>
            </a:r>
            <a:r>
              <a:rPr sz="4350" spc="-1417" baseline="29693" dirty="0">
                <a:solidFill>
                  <a:srgbClr val="C00000"/>
                </a:solidFill>
              </a:rPr>
              <a:t>A</a:t>
            </a:r>
            <a:r>
              <a:rPr sz="4000" spc="-20" dirty="0"/>
              <a:t>tion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1376933" y="1156208"/>
            <a:ext cx="860615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Resumes 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first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recruitment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process.</a:t>
            </a:r>
            <a:endParaRPr sz="2400">
              <a:latin typeface="Times New Roman"/>
              <a:cs typeface="Times New Roman"/>
            </a:endParaRPr>
          </a:p>
          <a:p>
            <a:pPr marL="12700" marR="294005" indent="-8255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Many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seekers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struggle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spc="-65" dirty="0">
                <a:latin typeface="Times New Roman"/>
                <a:cs typeface="Times New Roman"/>
              </a:rPr>
              <a:t>ATS-</a:t>
            </a:r>
            <a:r>
              <a:rPr sz="2400" b="1" dirty="0">
                <a:latin typeface="Times New Roman"/>
                <a:cs typeface="Times New Roman"/>
              </a:rPr>
              <a:t>friendly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professional resumes.</a:t>
            </a:r>
            <a:endParaRPr sz="2400">
              <a:latin typeface="Times New Roman"/>
              <a:cs typeface="Times New Roman"/>
            </a:endParaRPr>
          </a:p>
          <a:p>
            <a:pPr marL="12700" marR="574040" indent="-8255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Traditional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resumes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often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fail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job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descriptions (JD)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 marR="375285" indent="-8255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Recruiters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limited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scanning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resumes,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leading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missed opportunities.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AI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NLP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analyze,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score,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improve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resumes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automatically.</a:t>
            </a:r>
            <a:endParaRPr sz="2400">
              <a:latin typeface="Times New Roman"/>
              <a:cs typeface="Times New Roman"/>
            </a:endParaRPr>
          </a:p>
          <a:p>
            <a:pPr marL="12700" marR="56515" indent="-8255">
              <a:lnSpc>
                <a:spcPct val="100000"/>
              </a:lnSpc>
              <a:spcBef>
                <a:spcPts val="5"/>
              </a:spcBef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Resume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Builder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resumes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predefined templates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 marR="5080" indent="-8255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System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real-</a:t>
            </a:r>
            <a:r>
              <a:rPr sz="2400" b="1" dirty="0">
                <a:latin typeface="Times New Roman"/>
                <a:cs typeface="Times New Roman"/>
              </a:rPr>
              <a:t>time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suggestions,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keyword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optimization,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and </a:t>
            </a:r>
            <a:r>
              <a:rPr sz="2400" b="1" dirty="0">
                <a:latin typeface="Times New Roman"/>
                <a:cs typeface="Times New Roman"/>
              </a:rPr>
              <a:t>formatting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checks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7056"/>
            <a:ext cx="12204700" cy="780415"/>
            <a:chOff x="-6095" y="67056"/>
            <a:chExt cx="12204700" cy="780415"/>
          </a:xfrm>
        </p:grpSpPr>
        <p:sp>
          <p:nvSpPr>
            <p:cNvPr id="3" name="object 3"/>
            <p:cNvSpPr/>
            <p:nvPr/>
          </p:nvSpPr>
          <p:spPr>
            <a:xfrm>
              <a:off x="0" y="73152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12063984" y="0"/>
                  </a:moveTo>
                  <a:lnTo>
                    <a:pt x="128016" y="0"/>
                  </a:lnTo>
                  <a:lnTo>
                    <a:pt x="78186" y="10054"/>
                  </a:lnTo>
                  <a:lnTo>
                    <a:pt x="37494" y="37480"/>
                  </a:lnTo>
                  <a:lnTo>
                    <a:pt x="10060" y="78170"/>
                  </a:lnTo>
                  <a:lnTo>
                    <a:pt x="0" y="128016"/>
                  </a:lnTo>
                  <a:lnTo>
                    <a:pt x="0" y="640080"/>
                  </a:lnTo>
                  <a:lnTo>
                    <a:pt x="10060" y="689925"/>
                  </a:lnTo>
                  <a:lnTo>
                    <a:pt x="37494" y="730615"/>
                  </a:lnTo>
                  <a:lnTo>
                    <a:pt x="78186" y="758041"/>
                  </a:lnTo>
                  <a:lnTo>
                    <a:pt x="128016" y="768096"/>
                  </a:lnTo>
                  <a:lnTo>
                    <a:pt x="12063984" y="768096"/>
                  </a:lnTo>
                  <a:lnTo>
                    <a:pt x="12113829" y="758041"/>
                  </a:lnTo>
                  <a:lnTo>
                    <a:pt x="12154519" y="730615"/>
                  </a:lnTo>
                  <a:lnTo>
                    <a:pt x="12181945" y="689925"/>
                  </a:lnTo>
                  <a:lnTo>
                    <a:pt x="12192000" y="640080"/>
                  </a:lnTo>
                  <a:lnTo>
                    <a:pt x="12192000" y="128016"/>
                  </a:lnTo>
                  <a:lnTo>
                    <a:pt x="12181945" y="78170"/>
                  </a:lnTo>
                  <a:lnTo>
                    <a:pt x="12154519" y="37480"/>
                  </a:lnTo>
                  <a:lnTo>
                    <a:pt x="12113829" y="10054"/>
                  </a:lnTo>
                  <a:lnTo>
                    <a:pt x="120639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73152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0" y="128016"/>
                  </a:moveTo>
                  <a:lnTo>
                    <a:pt x="10060" y="78170"/>
                  </a:lnTo>
                  <a:lnTo>
                    <a:pt x="37494" y="37480"/>
                  </a:lnTo>
                  <a:lnTo>
                    <a:pt x="78186" y="10054"/>
                  </a:lnTo>
                  <a:lnTo>
                    <a:pt x="128016" y="0"/>
                  </a:lnTo>
                  <a:lnTo>
                    <a:pt x="12063984" y="0"/>
                  </a:lnTo>
                  <a:lnTo>
                    <a:pt x="12113829" y="10054"/>
                  </a:lnTo>
                  <a:lnTo>
                    <a:pt x="12154519" y="37480"/>
                  </a:lnTo>
                  <a:lnTo>
                    <a:pt x="12181945" y="78170"/>
                  </a:lnTo>
                  <a:lnTo>
                    <a:pt x="12192000" y="128016"/>
                  </a:lnTo>
                  <a:lnTo>
                    <a:pt x="12192000" y="640080"/>
                  </a:lnTo>
                  <a:lnTo>
                    <a:pt x="12181945" y="689925"/>
                  </a:lnTo>
                  <a:lnTo>
                    <a:pt x="12154519" y="730615"/>
                  </a:lnTo>
                  <a:lnTo>
                    <a:pt x="12113829" y="758041"/>
                  </a:lnTo>
                  <a:lnTo>
                    <a:pt x="12063984" y="768096"/>
                  </a:lnTo>
                  <a:lnTo>
                    <a:pt x="128016" y="768096"/>
                  </a:lnTo>
                  <a:lnTo>
                    <a:pt x="78186" y="758041"/>
                  </a:lnTo>
                  <a:lnTo>
                    <a:pt x="37494" y="730615"/>
                  </a:lnTo>
                  <a:lnTo>
                    <a:pt x="10060" y="689925"/>
                  </a:lnTo>
                  <a:lnTo>
                    <a:pt x="0" y="640080"/>
                  </a:lnTo>
                  <a:lnTo>
                    <a:pt x="0" y="12801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Rationale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766978" y="891666"/>
            <a:ext cx="873125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625" indent="-8255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Increasing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competition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market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smarter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tools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job </a:t>
            </a:r>
            <a:r>
              <a:rPr sz="2400" spc="-10" dirty="0">
                <a:latin typeface="Times New Roman"/>
                <a:cs typeface="Times New Roman"/>
              </a:rPr>
              <a:t>seekers.</a:t>
            </a:r>
            <a:endParaRPr sz="2400">
              <a:latin typeface="Times New Roman"/>
              <a:cs typeface="Times New Roman"/>
            </a:endParaRPr>
          </a:p>
          <a:p>
            <a:pPr marL="12700" marR="648335" indent="-8255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Many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resumes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rejected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ATS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incompatibility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poor </a:t>
            </a:r>
            <a:r>
              <a:rPr sz="2400" dirty="0">
                <a:latin typeface="Times New Roman"/>
                <a:cs typeface="Times New Roman"/>
              </a:rPr>
              <a:t>keyword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alignment.</a:t>
            </a:r>
            <a:endParaRPr sz="2400">
              <a:latin typeface="Times New Roman"/>
              <a:cs typeface="Times New Roman"/>
            </a:endParaRPr>
          </a:p>
          <a:p>
            <a:pPr marL="12700" marR="5080" indent="-8255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Manual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screening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recruiters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time-</a:t>
            </a:r>
            <a:r>
              <a:rPr sz="2400" b="1" dirty="0">
                <a:latin typeface="Times New Roman"/>
                <a:cs typeface="Times New Roman"/>
              </a:rPr>
              <a:t>consuming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error- prone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Lack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professional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guidance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results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resumes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fail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10" dirty="0">
                <a:latin typeface="Times New Roman"/>
                <a:cs typeface="Times New Roman"/>
              </a:rPr>
              <a:t>highlight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relevant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skills.</a:t>
            </a:r>
            <a:endParaRPr sz="2400">
              <a:latin typeface="Times New Roman"/>
              <a:cs typeface="Times New Roman"/>
            </a:endParaRPr>
          </a:p>
          <a:p>
            <a:pPr marL="12700" marR="401955" indent="-8255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spc="-20" dirty="0">
                <a:latin typeface="Times New Roman"/>
                <a:cs typeface="Times New Roman"/>
              </a:rPr>
              <a:t>	AI-</a:t>
            </a:r>
            <a:r>
              <a:rPr sz="2400" dirty="0">
                <a:latin typeface="Times New Roman"/>
                <a:cs typeface="Times New Roman"/>
              </a:rPr>
              <a:t>powered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bridge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gap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between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job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seekers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and </a:t>
            </a:r>
            <a:r>
              <a:rPr sz="2400" b="1" spc="-10" dirty="0">
                <a:latin typeface="Times New Roman"/>
                <a:cs typeface="Times New Roman"/>
              </a:rPr>
              <a:t>recruiters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fair,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efficient,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intelligent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resume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evaluation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 marR="1570355" indent="-8255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Supports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seekers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tailoring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resumes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specific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job </a:t>
            </a:r>
            <a:r>
              <a:rPr sz="2400" b="1" spc="-10" dirty="0">
                <a:latin typeface="Times New Roman"/>
                <a:cs typeface="Times New Roman"/>
              </a:rPr>
              <a:t>descriptions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Enhances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overall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employability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shortlisting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chances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7056"/>
            <a:ext cx="12204700" cy="780415"/>
            <a:chOff x="-6095" y="67056"/>
            <a:chExt cx="12204700" cy="780415"/>
          </a:xfrm>
        </p:grpSpPr>
        <p:sp>
          <p:nvSpPr>
            <p:cNvPr id="3" name="object 3"/>
            <p:cNvSpPr/>
            <p:nvPr/>
          </p:nvSpPr>
          <p:spPr>
            <a:xfrm>
              <a:off x="0" y="73152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12063984" y="0"/>
                  </a:moveTo>
                  <a:lnTo>
                    <a:pt x="128016" y="0"/>
                  </a:lnTo>
                  <a:lnTo>
                    <a:pt x="78186" y="10054"/>
                  </a:lnTo>
                  <a:lnTo>
                    <a:pt x="37494" y="37480"/>
                  </a:lnTo>
                  <a:lnTo>
                    <a:pt x="10060" y="78170"/>
                  </a:lnTo>
                  <a:lnTo>
                    <a:pt x="0" y="128016"/>
                  </a:lnTo>
                  <a:lnTo>
                    <a:pt x="0" y="640080"/>
                  </a:lnTo>
                  <a:lnTo>
                    <a:pt x="10060" y="689925"/>
                  </a:lnTo>
                  <a:lnTo>
                    <a:pt x="37494" y="730615"/>
                  </a:lnTo>
                  <a:lnTo>
                    <a:pt x="78186" y="758041"/>
                  </a:lnTo>
                  <a:lnTo>
                    <a:pt x="128016" y="768096"/>
                  </a:lnTo>
                  <a:lnTo>
                    <a:pt x="12063984" y="768096"/>
                  </a:lnTo>
                  <a:lnTo>
                    <a:pt x="12113829" y="758041"/>
                  </a:lnTo>
                  <a:lnTo>
                    <a:pt x="12154519" y="730615"/>
                  </a:lnTo>
                  <a:lnTo>
                    <a:pt x="12181945" y="689925"/>
                  </a:lnTo>
                  <a:lnTo>
                    <a:pt x="12192000" y="640080"/>
                  </a:lnTo>
                  <a:lnTo>
                    <a:pt x="12192000" y="128016"/>
                  </a:lnTo>
                  <a:lnTo>
                    <a:pt x="12181945" y="78170"/>
                  </a:lnTo>
                  <a:lnTo>
                    <a:pt x="12154519" y="37480"/>
                  </a:lnTo>
                  <a:lnTo>
                    <a:pt x="12113829" y="10054"/>
                  </a:lnTo>
                  <a:lnTo>
                    <a:pt x="120639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73152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0" y="128016"/>
                  </a:moveTo>
                  <a:lnTo>
                    <a:pt x="10060" y="78170"/>
                  </a:lnTo>
                  <a:lnTo>
                    <a:pt x="37494" y="37480"/>
                  </a:lnTo>
                  <a:lnTo>
                    <a:pt x="78186" y="10054"/>
                  </a:lnTo>
                  <a:lnTo>
                    <a:pt x="128016" y="0"/>
                  </a:lnTo>
                  <a:lnTo>
                    <a:pt x="12063984" y="0"/>
                  </a:lnTo>
                  <a:lnTo>
                    <a:pt x="12113829" y="10054"/>
                  </a:lnTo>
                  <a:lnTo>
                    <a:pt x="12154519" y="37480"/>
                  </a:lnTo>
                  <a:lnTo>
                    <a:pt x="12181945" y="78170"/>
                  </a:lnTo>
                  <a:lnTo>
                    <a:pt x="12192000" y="128016"/>
                  </a:lnTo>
                  <a:lnTo>
                    <a:pt x="12192000" y="640080"/>
                  </a:lnTo>
                  <a:lnTo>
                    <a:pt x="12181945" y="689925"/>
                  </a:lnTo>
                  <a:lnTo>
                    <a:pt x="12154519" y="730615"/>
                  </a:lnTo>
                  <a:lnTo>
                    <a:pt x="12113829" y="758041"/>
                  </a:lnTo>
                  <a:lnTo>
                    <a:pt x="12063984" y="768096"/>
                  </a:lnTo>
                  <a:lnTo>
                    <a:pt x="128016" y="768096"/>
                  </a:lnTo>
                  <a:lnTo>
                    <a:pt x="78186" y="758041"/>
                  </a:lnTo>
                  <a:lnTo>
                    <a:pt x="37494" y="730615"/>
                  </a:lnTo>
                  <a:lnTo>
                    <a:pt x="10060" y="689925"/>
                  </a:lnTo>
                  <a:lnTo>
                    <a:pt x="0" y="640080"/>
                  </a:lnTo>
                  <a:lnTo>
                    <a:pt x="0" y="12801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L</a:t>
            </a:r>
            <a:r>
              <a:rPr sz="4000" spc="-434" dirty="0"/>
              <a:t>i</a:t>
            </a:r>
            <a:r>
              <a:rPr sz="4350" spc="-2587" baseline="28735" dirty="0">
                <a:solidFill>
                  <a:srgbClr val="C00000"/>
                </a:solidFill>
              </a:rPr>
              <a:t>A</a:t>
            </a:r>
            <a:r>
              <a:rPr sz="4000" spc="-15" dirty="0"/>
              <a:t>t</a:t>
            </a:r>
            <a:r>
              <a:rPr sz="4000" spc="-1455" dirty="0"/>
              <a:t>e</a:t>
            </a:r>
            <a:r>
              <a:rPr sz="4350" spc="-1289" baseline="28735" dirty="0">
                <a:solidFill>
                  <a:srgbClr val="C00000"/>
                </a:solidFill>
              </a:rPr>
              <a:t>G</a:t>
            </a:r>
            <a:r>
              <a:rPr sz="4000" spc="-960" dirty="0"/>
              <a:t>r</a:t>
            </a:r>
            <a:r>
              <a:rPr sz="4350" spc="-1530" baseline="28735" dirty="0">
                <a:solidFill>
                  <a:srgbClr val="C00000"/>
                </a:solidFill>
              </a:rPr>
              <a:t>E</a:t>
            </a:r>
            <a:r>
              <a:rPr sz="4000" spc="-1035" dirty="0"/>
              <a:t>a</a:t>
            </a:r>
            <a:r>
              <a:rPr sz="4350" spc="-1695" baseline="28735" dirty="0">
                <a:solidFill>
                  <a:srgbClr val="C00000"/>
                </a:solidFill>
              </a:rPr>
              <a:t>N</a:t>
            </a:r>
            <a:r>
              <a:rPr sz="4000" spc="-260" dirty="0"/>
              <a:t>t</a:t>
            </a:r>
            <a:r>
              <a:rPr sz="4350" spc="-2850" baseline="28735" dirty="0">
                <a:solidFill>
                  <a:srgbClr val="C00000"/>
                </a:solidFill>
              </a:rPr>
              <a:t>D</a:t>
            </a:r>
            <a:r>
              <a:rPr sz="4000" spc="-385" dirty="0"/>
              <a:t>u</a:t>
            </a:r>
            <a:r>
              <a:rPr sz="4350" spc="-2662" baseline="28735" dirty="0">
                <a:solidFill>
                  <a:srgbClr val="C00000"/>
                </a:solidFill>
              </a:rPr>
              <a:t>A</a:t>
            </a:r>
            <a:r>
              <a:rPr sz="4000" spc="-85" dirty="0"/>
              <a:t>r</a:t>
            </a:r>
            <a:r>
              <a:rPr sz="4000" spc="-15" dirty="0"/>
              <a:t>e</a:t>
            </a:r>
            <a:r>
              <a:rPr sz="4000" spc="130" dirty="0"/>
              <a:t> </a:t>
            </a:r>
            <a:r>
              <a:rPr sz="4000" spc="-10" dirty="0"/>
              <a:t>Review</a:t>
            </a:r>
            <a:endParaRPr sz="40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41827"/>
            <a:ext cx="12192000" cy="6016752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0" y="838708"/>
          <a:ext cx="12268200" cy="6012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7130"/>
                <a:gridCol w="2439035"/>
                <a:gridCol w="2439034"/>
                <a:gridCol w="2439034"/>
                <a:gridCol w="2437765"/>
              </a:tblGrid>
              <a:tr h="45593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Sr.No.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Paper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Contribution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Relevance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Project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3175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1243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4629" marB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Rosenberger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J.,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4629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 marR="201295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CareerBERT: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Matching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resumes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ESCO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jobs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56845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sz="1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BERT-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embedding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semantic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resume–JD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matching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256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 marR="461645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Basis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semantic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similarity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Resume Analyzer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256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3175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1243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4629" marB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Bevara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R.V.K.,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4629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 marR="66738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Resume2Vec: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Transforming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ATS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28270">
                        <a:lnSpc>
                          <a:spcPct val="100000"/>
                        </a:lnSpc>
                        <a:spcBef>
                          <a:spcPts val="16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Developed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Resume2Vec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embeddings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better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job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retrieval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320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4135" marR="40132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Supports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embedding-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scoring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3175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1172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9705" marB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2865" marR="2895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Thatavarthi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G.S.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al., 2023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5880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Resume Parsing:</a:t>
                      </a:r>
                      <a:r>
                        <a:rPr sz="18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NLP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764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2796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Designed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pipeline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parsing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entity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extraction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764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4135" marR="2698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Guides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resume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parsing module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3175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49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 marR="640080" algn="just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Enhanced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Resume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Screening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S- 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BERT,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TheSAI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Publication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80010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Sentence-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BERT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 for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resume–JD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similarity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367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 marR="617855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Validates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semantic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367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3175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  <a:tr h="948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IOSR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Journals,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59079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Comparison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Models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Resume–JD Matching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2702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Compared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BERT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TF-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IDF &amp;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traditional models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Confirms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superiority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transformers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367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3175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3175">
                      <a:solidFill>
                        <a:srgbClr val="5B9BD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7056"/>
            <a:ext cx="12204700" cy="780415"/>
            <a:chOff x="-6095" y="67056"/>
            <a:chExt cx="12204700" cy="780415"/>
          </a:xfrm>
        </p:grpSpPr>
        <p:sp>
          <p:nvSpPr>
            <p:cNvPr id="3" name="object 3"/>
            <p:cNvSpPr/>
            <p:nvPr/>
          </p:nvSpPr>
          <p:spPr>
            <a:xfrm>
              <a:off x="0" y="73152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12063984" y="0"/>
                  </a:moveTo>
                  <a:lnTo>
                    <a:pt x="128016" y="0"/>
                  </a:lnTo>
                  <a:lnTo>
                    <a:pt x="78186" y="10054"/>
                  </a:lnTo>
                  <a:lnTo>
                    <a:pt x="37494" y="37480"/>
                  </a:lnTo>
                  <a:lnTo>
                    <a:pt x="10060" y="78170"/>
                  </a:lnTo>
                  <a:lnTo>
                    <a:pt x="0" y="128016"/>
                  </a:lnTo>
                  <a:lnTo>
                    <a:pt x="0" y="640080"/>
                  </a:lnTo>
                  <a:lnTo>
                    <a:pt x="10060" y="689925"/>
                  </a:lnTo>
                  <a:lnTo>
                    <a:pt x="37494" y="730615"/>
                  </a:lnTo>
                  <a:lnTo>
                    <a:pt x="78186" y="758041"/>
                  </a:lnTo>
                  <a:lnTo>
                    <a:pt x="128016" y="768096"/>
                  </a:lnTo>
                  <a:lnTo>
                    <a:pt x="12063984" y="768096"/>
                  </a:lnTo>
                  <a:lnTo>
                    <a:pt x="12113829" y="758041"/>
                  </a:lnTo>
                  <a:lnTo>
                    <a:pt x="12154519" y="730615"/>
                  </a:lnTo>
                  <a:lnTo>
                    <a:pt x="12181945" y="689925"/>
                  </a:lnTo>
                  <a:lnTo>
                    <a:pt x="12192000" y="640080"/>
                  </a:lnTo>
                  <a:lnTo>
                    <a:pt x="12192000" y="128016"/>
                  </a:lnTo>
                  <a:lnTo>
                    <a:pt x="12181945" y="78170"/>
                  </a:lnTo>
                  <a:lnTo>
                    <a:pt x="12154519" y="37480"/>
                  </a:lnTo>
                  <a:lnTo>
                    <a:pt x="12113829" y="10054"/>
                  </a:lnTo>
                  <a:lnTo>
                    <a:pt x="120639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73152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0" y="128016"/>
                  </a:moveTo>
                  <a:lnTo>
                    <a:pt x="10060" y="78170"/>
                  </a:lnTo>
                  <a:lnTo>
                    <a:pt x="37494" y="37480"/>
                  </a:lnTo>
                  <a:lnTo>
                    <a:pt x="78186" y="10054"/>
                  </a:lnTo>
                  <a:lnTo>
                    <a:pt x="128016" y="0"/>
                  </a:lnTo>
                  <a:lnTo>
                    <a:pt x="12063984" y="0"/>
                  </a:lnTo>
                  <a:lnTo>
                    <a:pt x="12113829" y="10054"/>
                  </a:lnTo>
                  <a:lnTo>
                    <a:pt x="12154519" y="37480"/>
                  </a:lnTo>
                  <a:lnTo>
                    <a:pt x="12181945" y="78170"/>
                  </a:lnTo>
                  <a:lnTo>
                    <a:pt x="12192000" y="128016"/>
                  </a:lnTo>
                  <a:lnTo>
                    <a:pt x="12192000" y="640080"/>
                  </a:lnTo>
                  <a:lnTo>
                    <a:pt x="12181945" y="689925"/>
                  </a:lnTo>
                  <a:lnTo>
                    <a:pt x="12154519" y="730615"/>
                  </a:lnTo>
                  <a:lnTo>
                    <a:pt x="12113829" y="758041"/>
                  </a:lnTo>
                  <a:lnTo>
                    <a:pt x="12063984" y="768096"/>
                  </a:lnTo>
                  <a:lnTo>
                    <a:pt x="128016" y="768096"/>
                  </a:lnTo>
                  <a:lnTo>
                    <a:pt x="78186" y="758041"/>
                  </a:lnTo>
                  <a:lnTo>
                    <a:pt x="37494" y="730615"/>
                  </a:lnTo>
                  <a:lnTo>
                    <a:pt x="10060" y="689925"/>
                  </a:lnTo>
                  <a:lnTo>
                    <a:pt x="0" y="640080"/>
                  </a:lnTo>
                  <a:lnTo>
                    <a:pt x="0" y="12801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Problem</a:t>
            </a:r>
            <a:r>
              <a:rPr sz="4000" spc="-190" dirty="0"/>
              <a:t> </a:t>
            </a:r>
            <a:r>
              <a:rPr sz="4000" spc="-10" dirty="0"/>
              <a:t>Statement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786790" y="1109599"/>
            <a:ext cx="10323830" cy="5391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today’s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competitive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market,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applicants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face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significant </a:t>
            </a:r>
            <a:r>
              <a:rPr sz="3200" dirty="0">
                <a:latin typeface="Times New Roman"/>
                <a:cs typeface="Times New Roman"/>
              </a:rPr>
              <a:t>challenges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creating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resumes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both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professionally </a:t>
            </a:r>
            <a:r>
              <a:rPr sz="3200" dirty="0">
                <a:latin typeface="Times New Roman"/>
                <a:cs typeface="Times New Roman"/>
              </a:rPr>
              <a:t>structured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compatible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-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Applicant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Tracking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Systems </a:t>
            </a:r>
            <a:r>
              <a:rPr sz="3200" spc="-40" dirty="0">
                <a:latin typeface="Times New Roman"/>
                <a:cs typeface="Times New Roman"/>
              </a:rPr>
              <a:t>(ATS).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Most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resumes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fail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highlight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relevant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skills,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match </a:t>
            </a:r>
            <a:r>
              <a:rPr sz="3200" dirty="0">
                <a:latin typeface="Times New Roman"/>
                <a:cs typeface="Times New Roman"/>
              </a:rPr>
              <a:t>specific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descriptions,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meet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formatting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standards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required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recruiters.</a:t>
            </a:r>
            <a:r>
              <a:rPr sz="3200" spc="-2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result,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qualified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candidates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often </a:t>
            </a:r>
            <a:r>
              <a:rPr sz="3200" dirty="0">
                <a:latin typeface="Times New Roman"/>
                <a:cs typeface="Times New Roman"/>
              </a:rPr>
              <a:t>overlooked,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while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recruiters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spend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excessive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screening </a:t>
            </a:r>
            <a:r>
              <a:rPr sz="3200" dirty="0">
                <a:latin typeface="Times New Roman"/>
                <a:cs typeface="Times New Roman"/>
              </a:rPr>
              <a:t>unsuitable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resumes.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need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intelligent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system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automatically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analyze,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score,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optimize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resumes </a:t>
            </a:r>
            <a:r>
              <a:rPr sz="3200" dirty="0">
                <a:latin typeface="Times New Roman"/>
                <a:cs typeface="Times New Roman"/>
              </a:rPr>
              <a:t>while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also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tools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build</a:t>
            </a:r>
            <a:r>
              <a:rPr sz="3200" spc="-10" dirty="0">
                <a:latin typeface="Times New Roman"/>
                <a:cs typeface="Times New Roman"/>
              </a:rPr>
              <a:t> professional,</a:t>
            </a:r>
            <a:r>
              <a:rPr sz="3200" spc="-22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ATS-</a:t>
            </a:r>
            <a:r>
              <a:rPr sz="3200" spc="-10" dirty="0">
                <a:latin typeface="Times New Roman"/>
                <a:cs typeface="Times New Roman"/>
              </a:rPr>
              <a:t>friendly </a:t>
            </a:r>
            <a:r>
              <a:rPr sz="3200" dirty="0">
                <a:latin typeface="Times New Roman"/>
                <a:cs typeface="Times New Roman"/>
              </a:rPr>
              <a:t>documents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tailored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job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requirements.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97535"/>
            <a:ext cx="12204700" cy="780415"/>
            <a:chOff x="-6095" y="97535"/>
            <a:chExt cx="12204700" cy="780415"/>
          </a:xfrm>
        </p:grpSpPr>
        <p:sp>
          <p:nvSpPr>
            <p:cNvPr id="3" name="object 3"/>
            <p:cNvSpPr/>
            <p:nvPr/>
          </p:nvSpPr>
          <p:spPr>
            <a:xfrm>
              <a:off x="0" y="103631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12063984" y="0"/>
                  </a:moveTo>
                  <a:lnTo>
                    <a:pt x="128016" y="0"/>
                  </a:lnTo>
                  <a:lnTo>
                    <a:pt x="78186" y="10054"/>
                  </a:lnTo>
                  <a:lnTo>
                    <a:pt x="37494" y="37480"/>
                  </a:lnTo>
                  <a:lnTo>
                    <a:pt x="10060" y="78170"/>
                  </a:lnTo>
                  <a:lnTo>
                    <a:pt x="0" y="128016"/>
                  </a:lnTo>
                  <a:lnTo>
                    <a:pt x="0" y="640080"/>
                  </a:lnTo>
                  <a:lnTo>
                    <a:pt x="10060" y="689925"/>
                  </a:lnTo>
                  <a:lnTo>
                    <a:pt x="37494" y="730615"/>
                  </a:lnTo>
                  <a:lnTo>
                    <a:pt x="78186" y="758041"/>
                  </a:lnTo>
                  <a:lnTo>
                    <a:pt x="128016" y="768096"/>
                  </a:lnTo>
                  <a:lnTo>
                    <a:pt x="12063984" y="768096"/>
                  </a:lnTo>
                  <a:lnTo>
                    <a:pt x="12113829" y="758041"/>
                  </a:lnTo>
                  <a:lnTo>
                    <a:pt x="12154519" y="730615"/>
                  </a:lnTo>
                  <a:lnTo>
                    <a:pt x="12181945" y="689925"/>
                  </a:lnTo>
                  <a:lnTo>
                    <a:pt x="12192000" y="640080"/>
                  </a:lnTo>
                  <a:lnTo>
                    <a:pt x="12192000" y="128016"/>
                  </a:lnTo>
                  <a:lnTo>
                    <a:pt x="12181945" y="78170"/>
                  </a:lnTo>
                  <a:lnTo>
                    <a:pt x="12154519" y="37480"/>
                  </a:lnTo>
                  <a:lnTo>
                    <a:pt x="12113829" y="10054"/>
                  </a:lnTo>
                  <a:lnTo>
                    <a:pt x="120639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3631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0" y="128016"/>
                  </a:moveTo>
                  <a:lnTo>
                    <a:pt x="10060" y="78170"/>
                  </a:lnTo>
                  <a:lnTo>
                    <a:pt x="37494" y="37480"/>
                  </a:lnTo>
                  <a:lnTo>
                    <a:pt x="78186" y="10054"/>
                  </a:lnTo>
                  <a:lnTo>
                    <a:pt x="128016" y="0"/>
                  </a:lnTo>
                  <a:lnTo>
                    <a:pt x="12063984" y="0"/>
                  </a:lnTo>
                  <a:lnTo>
                    <a:pt x="12113829" y="10054"/>
                  </a:lnTo>
                  <a:lnTo>
                    <a:pt x="12154519" y="37480"/>
                  </a:lnTo>
                  <a:lnTo>
                    <a:pt x="12181945" y="78170"/>
                  </a:lnTo>
                  <a:lnTo>
                    <a:pt x="12192000" y="128016"/>
                  </a:lnTo>
                  <a:lnTo>
                    <a:pt x="12192000" y="640080"/>
                  </a:lnTo>
                  <a:lnTo>
                    <a:pt x="12181945" y="689925"/>
                  </a:lnTo>
                  <a:lnTo>
                    <a:pt x="12154519" y="730615"/>
                  </a:lnTo>
                  <a:lnTo>
                    <a:pt x="12113829" y="758041"/>
                  </a:lnTo>
                  <a:lnTo>
                    <a:pt x="12063984" y="768096"/>
                  </a:lnTo>
                  <a:lnTo>
                    <a:pt x="128016" y="768096"/>
                  </a:lnTo>
                  <a:lnTo>
                    <a:pt x="78186" y="758041"/>
                  </a:lnTo>
                  <a:lnTo>
                    <a:pt x="37494" y="730615"/>
                  </a:lnTo>
                  <a:lnTo>
                    <a:pt x="10060" y="689925"/>
                  </a:lnTo>
                  <a:lnTo>
                    <a:pt x="0" y="640080"/>
                  </a:lnTo>
                  <a:lnTo>
                    <a:pt x="0" y="12801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O</a:t>
            </a:r>
            <a:r>
              <a:rPr sz="4000" spc="-2010" dirty="0"/>
              <a:t>b</a:t>
            </a:r>
            <a:r>
              <a:rPr sz="4350" spc="-240" baseline="32567" dirty="0">
                <a:solidFill>
                  <a:srgbClr val="C00000"/>
                </a:solidFill>
              </a:rPr>
              <a:t>A</a:t>
            </a:r>
            <a:r>
              <a:rPr sz="4000" spc="-1235" dirty="0"/>
              <a:t>j</a:t>
            </a:r>
            <a:r>
              <a:rPr sz="4350" spc="-1627" baseline="32567" dirty="0">
                <a:solidFill>
                  <a:srgbClr val="C00000"/>
                </a:solidFill>
              </a:rPr>
              <a:t>G</a:t>
            </a:r>
            <a:r>
              <a:rPr sz="4000" spc="-745" dirty="0"/>
              <a:t>e</a:t>
            </a:r>
            <a:r>
              <a:rPr sz="4350" spc="-1875" baseline="32567" dirty="0">
                <a:solidFill>
                  <a:srgbClr val="C00000"/>
                </a:solidFill>
              </a:rPr>
              <a:t>E</a:t>
            </a:r>
            <a:r>
              <a:rPr sz="4000" spc="-585" dirty="0"/>
              <a:t>c</a:t>
            </a:r>
            <a:r>
              <a:rPr sz="4350" spc="-2377" baseline="32567" dirty="0">
                <a:solidFill>
                  <a:srgbClr val="C00000"/>
                </a:solidFill>
              </a:rPr>
              <a:t>N</a:t>
            </a:r>
            <a:r>
              <a:rPr sz="4000" spc="-20" dirty="0"/>
              <a:t>t</a:t>
            </a:r>
            <a:r>
              <a:rPr sz="4000" spc="-930" dirty="0"/>
              <a:t>i</a:t>
            </a:r>
            <a:r>
              <a:rPr sz="4350" spc="-1860" baseline="32567" dirty="0">
                <a:solidFill>
                  <a:srgbClr val="C00000"/>
                </a:solidFill>
              </a:rPr>
              <a:t>D</a:t>
            </a:r>
            <a:r>
              <a:rPr sz="4000" spc="-830" dirty="0"/>
              <a:t>v</a:t>
            </a:r>
            <a:r>
              <a:rPr sz="4350" spc="-1995" baseline="32567" dirty="0">
                <a:solidFill>
                  <a:srgbClr val="C00000"/>
                </a:solidFill>
              </a:rPr>
              <a:t>A</a:t>
            </a:r>
            <a:r>
              <a:rPr sz="4000" spc="-20" dirty="0"/>
              <a:t>es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368909" y="1230248"/>
            <a:ext cx="9515475" cy="404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18745" algn="l"/>
              </a:tabLst>
            </a:pPr>
            <a:r>
              <a:rPr sz="2400" spc="-20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AI-</a:t>
            </a:r>
            <a:r>
              <a:rPr sz="2400" dirty="0">
                <a:latin typeface="Times New Roman"/>
                <a:cs typeface="Times New Roman"/>
              </a:rPr>
              <a:t>powered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resume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analysis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optimization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 marR="5080" indent="-8255">
              <a:lnSpc>
                <a:spcPct val="100000"/>
              </a:lnSpc>
              <a:buSzPct val="95833"/>
              <a:buChar char="•"/>
              <a:tabLst>
                <a:tab pos="118745" algn="l"/>
                <a:tab pos="611505" algn="l"/>
                <a:tab pos="1581785" algn="l"/>
                <a:tab pos="2755900" algn="l"/>
                <a:tab pos="3302635" algn="l"/>
                <a:tab pos="5589270" algn="l"/>
                <a:tab pos="6203315" algn="l"/>
                <a:tab pos="7275195" algn="l"/>
                <a:tab pos="7991475" algn="l"/>
                <a:tab pos="9113520" algn="l"/>
              </a:tabLst>
            </a:pPr>
            <a:r>
              <a:rPr sz="2400" spc="-25" dirty="0">
                <a:latin typeface="Times New Roman"/>
                <a:cs typeface="Times New Roman"/>
              </a:rPr>
              <a:t>	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ensure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resumes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65" dirty="0">
                <a:latin typeface="Times New Roman"/>
                <a:cs typeface="Times New Roman"/>
              </a:rPr>
              <a:t>ATS-</a:t>
            </a:r>
            <a:r>
              <a:rPr sz="2400" b="1" spc="-10" dirty="0">
                <a:latin typeface="Times New Roman"/>
                <a:cs typeface="Times New Roman"/>
              </a:rPr>
              <a:t>compatible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aligned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with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specific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job </a:t>
            </a:r>
            <a:r>
              <a:rPr sz="2400" spc="-10" dirty="0">
                <a:latin typeface="Times New Roman"/>
                <a:cs typeface="Times New Roman"/>
              </a:rPr>
              <a:t>descriptions.</a:t>
            </a:r>
            <a:endParaRPr sz="2400">
              <a:latin typeface="Times New Roman"/>
              <a:cs typeface="Times New Roman"/>
            </a:endParaRPr>
          </a:p>
          <a:p>
            <a:pPr marL="12700" marR="6350" indent="-8255">
              <a:lnSpc>
                <a:spcPct val="100000"/>
              </a:lnSpc>
              <a:buSzPct val="95833"/>
              <a:buChar char="•"/>
              <a:tabLst>
                <a:tab pos="118745" algn="l"/>
                <a:tab pos="659765" algn="l"/>
                <a:tab pos="2185670" algn="l"/>
                <a:tab pos="3001010" algn="l"/>
                <a:tab pos="4613910" algn="l"/>
                <a:tab pos="5193030" algn="l"/>
                <a:tab pos="6633209" algn="l"/>
                <a:tab pos="7576820" algn="l"/>
                <a:tab pos="9060180" algn="l"/>
              </a:tabLst>
            </a:pPr>
            <a:r>
              <a:rPr sz="2400" spc="-25" dirty="0">
                <a:latin typeface="Times New Roman"/>
                <a:cs typeface="Times New Roman"/>
              </a:rPr>
              <a:t>	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implement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NLP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techniques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extracting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skills,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education,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experience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 </a:t>
            </a:r>
            <a:r>
              <a:rPr sz="2400" spc="-10" dirty="0">
                <a:latin typeface="Times New Roman"/>
                <a:cs typeface="Times New Roman"/>
              </a:rPr>
              <a:t>resumes.</a:t>
            </a:r>
            <a:endParaRPr sz="2400">
              <a:latin typeface="Times New Roman"/>
              <a:cs typeface="Times New Roman"/>
            </a:endParaRPr>
          </a:p>
          <a:p>
            <a:pPr marL="12700" marR="6350" indent="-8255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To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semantic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matching</a:t>
            </a:r>
            <a:r>
              <a:rPr sz="2400" b="1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resumes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descriptions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using </a:t>
            </a:r>
            <a:r>
              <a:rPr sz="2400" dirty="0">
                <a:latin typeface="Times New Roman"/>
                <a:cs typeface="Times New Roman"/>
              </a:rPr>
              <a:t>embeddings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(TF-IDF/BERT).</a:t>
            </a:r>
            <a:endParaRPr sz="2400">
              <a:latin typeface="Times New Roman"/>
              <a:cs typeface="Times New Roman"/>
            </a:endParaRPr>
          </a:p>
          <a:p>
            <a:pPr marL="12700" marR="6985" indent="-8255">
              <a:lnSpc>
                <a:spcPct val="100000"/>
              </a:lnSpc>
              <a:spcBef>
                <a:spcPts val="5"/>
              </a:spcBef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To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Resume</a:t>
            </a:r>
            <a:r>
              <a:rPr sz="2400" b="1" spc="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Builder</a:t>
            </a:r>
            <a:r>
              <a:rPr sz="2400" b="1" spc="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module</a:t>
            </a:r>
            <a:r>
              <a:rPr sz="2400" b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customizable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templates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AI- </a:t>
            </a:r>
            <a:r>
              <a:rPr sz="2400" dirty="0">
                <a:latin typeface="Times New Roman"/>
                <a:cs typeface="Times New Roman"/>
              </a:rPr>
              <a:t>assisted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suggestions.</a:t>
            </a:r>
            <a:endParaRPr sz="2400">
              <a:latin typeface="Times New Roman"/>
              <a:cs typeface="Times New Roman"/>
            </a:endParaRPr>
          </a:p>
          <a:p>
            <a:pPr marL="12700" marR="5715" indent="-8255">
              <a:lnSpc>
                <a:spcPct val="100000"/>
              </a:lnSpc>
              <a:buSzPct val="95833"/>
              <a:buChar char="•"/>
              <a:tabLst>
                <a:tab pos="118745" algn="l"/>
                <a:tab pos="571500" algn="l"/>
                <a:tab pos="1737995" algn="l"/>
                <a:tab pos="2009139" algn="l"/>
                <a:tab pos="3406775" algn="l"/>
                <a:tab pos="5031740" algn="l"/>
                <a:tab pos="6343650" algn="l"/>
                <a:tab pos="7977505" algn="l"/>
                <a:tab pos="8553450" algn="l"/>
              </a:tabLst>
            </a:pPr>
            <a:r>
              <a:rPr sz="2400" spc="-25" dirty="0">
                <a:latin typeface="Times New Roman"/>
                <a:cs typeface="Times New Roman"/>
              </a:rPr>
              <a:t>	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generate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scorecard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highlighting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strengths,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weaknesses,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missing skills.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28607" y="5254497"/>
            <a:ext cx="9537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formats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8909" y="5254497"/>
            <a:ext cx="83832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8255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18745" algn="l"/>
                <a:tab pos="636905" algn="l"/>
                <a:tab pos="1513205" algn="l"/>
                <a:tab pos="2341245" algn="l"/>
                <a:tab pos="2780030" algn="l"/>
                <a:tab pos="5182235" algn="l"/>
                <a:tab pos="6442710" algn="l"/>
                <a:tab pos="6882130" algn="l"/>
              </a:tabLst>
            </a:pPr>
            <a:r>
              <a:rPr sz="2400" spc="-25" dirty="0">
                <a:latin typeface="Times New Roman"/>
                <a:cs typeface="Times New Roman"/>
              </a:rPr>
              <a:t>	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allow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users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download/export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resumes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professional (PDF/DOCX).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spc="-2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build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scalable,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user-</a:t>
            </a:r>
            <a:r>
              <a:rPr sz="2400" b="1" spc="-10" dirty="0">
                <a:latin typeface="Times New Roman"/>
                <a:cs typeface="Times New Roman"/>
              </a:rPr>
              <a:t>friendly,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secure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web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application.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435" y="1064514"/>
            <a:ext cx="5320665" cy="5281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06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I.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Hardware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Requirement: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600" b="1" dirty="0">
                <a:latin typeface="Times New Roman"/>
                <a:cs typeface="Times New Roman"/>
              </a:rPr>
              <a:t>For</a:t>
            </a:r>
            <a:r>
              <a:rPr sz="1600" b="1" spc="-9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Development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(Developer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System):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ts val="1825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Processor: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Intel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Core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i5/i7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AMD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equivalent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(2.4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GHz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or</a:t>
            </a:r>
            <a:endParaRPr sz="1600">
              <a:latin typeface="Times New Roman"/>
              <a:cs typeface="Times New Roman"/>
            </a:endParaRPr>
          </a:p>
          <a:p>
            <a:pPr marL="241300">
              <a:lnSpc>
                <a:spcPts val="1825"/>
              </a:lnSpc>
            </a:pPr>
            <a:r>
              <a:rPr sz="1600" spc="-10" dirty="0">
                <a:latin typeface="Times New Roman"/>
                <a:cs typeface="Times New Roman"/>
              </a:rPr>
              <a:t>higher)</a:t>
            </a:r>
            <a:endParaRPr sz="16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173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Times New Roman"/>
                <a:cs typeface="Times New Roman"/>
              </a:rPr>
              <a:t>RAM: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Minimum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8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GB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(16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GB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recommended</a:t>
            </a:r>
            <a:r>
              <a:rPr sz="1600" spc="3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3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AI/NLP tasks)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Storage: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500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GB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HDD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256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GB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SSD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(preferred)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ts val="1825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Graphics: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Dedicated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GPU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(NVIDIA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GTX/RTX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series)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AI</a:t>
            </a:r>
            <a:endParaRPr sz="1600">
              <a:latin typeface="Times New Roman"/>
              <a:cs typeface="Times New Roman"/>
            </a:endParaRPr>
          </a:p>
          <a:p>
            <a:pPr marL="241300">
              <a:lnSpc>
                <a:spcPts val="1825"/>
              </a:lnSpc>
            </a:pPr>
            <a:r>
              <a:rPr sz="1600" dirty="0">
                <a:latin typeface="Times New Roman"/>
                <a:cs typeface="Times New Roman"/>
              </a:rPr>
              <a:t>models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run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locally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Network: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Stable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internet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connection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b="1" dirty="0">
                <a:latin typeface="Times New Roman"/>
                <a:cs typeface="Times New Roman"/>
              </a:rPr>
              <a:t>For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End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Users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(Client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Devices):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Device: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PC/Laptop/Smartphone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modern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browser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Processor: Dual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higher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RAM: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4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GB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minimum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Storage: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200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MB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free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space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(temporary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file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handling)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Network: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Stable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internet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connection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61429" y="2759455"/>
            <a:ext cx="1176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Transformers)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5628" y="1062990"/>
            <a:ext cx="5488305" cy="5678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II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Software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Requirement: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70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b="1" dirty="0">
                <a:latin typeface="Times New Roman"/>
                <a:cs typeface="Times New Roman"/>
              </a:rPr>
              <a:t>For</a:t>
            </a:r>
            <a:r>
              <a:rPr sz="1600" b="1" spc="-9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Development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Environment: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Operating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System: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Windows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10/11,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Linux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(Ubuntu),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macOS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Programming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Languages:</a:t>
            </a:r>
            <a:endParaRPr sz="16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  <a:tab pos="1516380" algn="l"/>
                <a:tab pos="2473960" algn="l"/>
                <a:tab pos="3769360" algn="l"/>
                <a:tab pos="4113529" algn="l"/>
                <a:tab pos="4900295" algn="l"/>
              </a:tabLst>
            </a:pPr>
            <a:r>
              <a:rPr sz="1600" spc="-10" dirty="0">
                <a:latin typeface="Times New Roman"/>
                <a:cs typeface="Times New Roman"/>
              </a:rPr>
              <a:t>Python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(AI/NLP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development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0" dirty="0">
                <a:latin typeface="Times New Roman"/>
                <a:cs typeface="Times New Roman"/>
              </a:rPr>
              <a:t>–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spaCy,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NLTK,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85"/>
              </a:spcBef>
              <a:buFont typeface="Arial MT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spc="-10" dirty="0">
                <a:latin typeface="Times New Roman"/>
                <a:cs typeface="Times New Roman"/>
              </a:rPr>
              <a:t>JavaScript/TypeScript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(Frontend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+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Backend)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Frameworks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Libraries:</a:t>
            </a:r>
            <a:endParaRPr sz="16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latin typeface="Times New Roman"/>
                <a:cs typeface="Times New Roman"/>
              </a:rPr>
              <a:t>Frontend: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React.js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Next.js,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Tailwind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CSS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Bootstrap</a:t>
            </a:r>
            <a:endParaRPr sz="16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latin typeface="Times New Roman"/>
                <a:cs typeface="Times New Roman"/>
              </a:rPr>
              <a:t>Backend: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Node.js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(Express)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Django/Flask</a:t>
            </a:r>
            <a:endParaRPr sz="16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1730"/>
              </a:lnSpc>
              <a:spcBef>
                <a:spcPts val="525"/>
              </a:spcBef>
              <a:buFont typeface="Arial MT"/>
              <a:buChar char="•"/>
              <a:tabLst>
                <a:tab pos="698500" algn="l"/>
                <a:tab pos="1598930" algn="l"/>
                <a:tab pos="2336800" algn="l"/>
                <a:tab pos="3098800" algn="l"/>
                <a:tab pos="4258310" algn="l"/>
                <a:tab pos="5418455" algn="l"/>
              </a:tabLst>
            </a:pPr>
            <a:r>
              <a:rPr sz="1600" spc="-10" dirty="0">
                <a:latin typeface="Times New Roman"/>
                <a:cs typeface="Times New Roman"/>
              </a:rPr>
              <a:t>AI/NLP: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spaCy,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NLTK,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scikit-learn,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TensorFlow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0" dirty="0">
                <a:latin typeface="Times New Roman"/>
                <a:cs typeface="Times New Roman"/>
              </a:rPr>
              <a:t>/ </a:t>
            </a:r>
            <a:r>
              <a:rPr sz="1600" spc="-10" dirty="0">
                <a:latin typeface="Times New Roman"/>
                <a:cs typeface="Times New Roman"/>
              </a:rPr>
              <a:t>PyTorch,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Hugging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Face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Transformers</a:t>
            </a:r>
            <a:endParaRPr sz="16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latin typeface="Times New Roman"/>
                <a:cs typeface="Times New Roman"/>
              </a:rPr>
              <a:t>Parsing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Tools: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PDFPlumber,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docx2txt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Database: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MongoDB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PostgreSQL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MySQL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spc="-25" dirty="0">
                <a:latin typeface="Times New Roman"/>
                <a:cs typeface="Times New Roman"/>
              </a:rPr>
              <a:t>Web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Server: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Nginx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Apache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Package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Managers: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npm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pip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Times New Roman"/>
                <a:cs typeface="Times New Roman"/>
              </a:rPr>
              <a:t>Cloud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Services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(Optional):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AWS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Firebase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Vercel</a:t>
            </a:r>
            <a:r>
              <a:rPr sz="1600" dirty="0">
                <a:latin typeface="Times New Roman"/>
                <a:cs typeface="Times New Roman"/>
              </a:rPr>
              <a:t> /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Heroku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spc="-25" dirty="0">
                <a:latin typeface="Times New Roman"/>
                <a:cs typeface="Times New Roman"/>
              </a:rPr>
              <a:t>Version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Control: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Git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GitHub/GitLab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6095" y="67056"/>
            <a:ext cx="12204700" cy="780415"/>
            <a:chOff x="-6095" y="67056"/>
            <a:chExt cx="12204700" cy="780415"/>
          </a:xfrm>
        </p:grpSpPr>
        <p:sp>
          <p:nvSpPr>
            <p:cNvPr id="6" name="object 6"/>
            <p:cNvSpPr/>
            <p:nvPr/>
          </p:nvSpPr>
          <p:spPr>
            <a:xfrm>
              <a:off x="0" y="73152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12063984" y="0"/>
                  </a:moveTo>
                  <a:lnTo>
                    <a:pt x="128016" y="0"/>
                  </a:lnTo>
                  <a:lnTo>
                    <a:pt x="78186" y="10054"/>
                  </a:lnTo>
                  <a:lnTo>
                    <a:pt x="37494" y="37480"/>
                  </a:lnTo>
                  <a:lnTo>
                    <a:pt x="10060" y="78170"/>
                  </a:lnTo>
                  <a:lnTo>
                    <a:pt x="0" y="128016"/>
                  </a:lnTo>
                  <a:lnTo>
                    <a:pt x="0" y="640080"/>
                  </a:lnTo>
                  <a:lnTo>
                    <a:pt x="10060" y="689925"/>
                  </a:lnTo>
                  <a:lnTo>
                    <a:pt x="37494" y="730615"/>
                  </a:lnTo>
                  <a:lnTo>
                    <a:pt x="78186" y="758041"/>
                  </a:lnTo>
                  <a:lnTo>
                    <a:pt x="128016" y="768096"/>
                  </a:lnTo>
                  <a:lnTo>
                    <a:pt x="12063984" y="768096"/>
                  </a:lnTo>
                  <a:lnTo>
                    <a:pt x="12113829" y="758041"/>
                  </a:lnTo>
                  <a:lnTo>
                    <a:pt x="12154519" y="730615"/>
                  </a:lnTo>
                  <a:lnTo>
                    <a:pt x="12181945" y="689925"/>
                  </a:lnTo>
                  <a:lnTo>
                    <a:pt x="12192000" y="640080"/>
                  </a:lnTo>
                  <a:lnTo>
                    <a:pt x="12192000" y="128016"/>
                  </a:lnTo>
                  <a:lnTo>
                    <a:pt x="12181945" y="78170"/>
                  </a:lnTo>
                  <a:lnTo>
                    <a:pt x="12154519" y="37480"/>
                  </a:lnTo>
                  <a:lnTo>
                    <a:pt x="12113829" y="10054"/>
                  </a:lnTo>
                  <a:lnTo>
                    <a:pt x="120639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73152"/>
              <a:ext cx="12192000" cy="768350"/>
            </a:xfrm>
            <a:custGeom>
              <a:avLst/>
              <a:gdLst/>
              <a:ahLst/>
              <a:cxnLst/>
              <a:rect l="l" t="t" r="r" b="b"/>
              <a:pathLst>
                <a:path w="12192000" h="768350">
                  <a:moveTo>
                    <a:pt x="0" y="128016"/>
                  </a:moveTo>
                  <a:lnTo>
                    <a:pt x="10060" y="78170"/>
                  </a:lnTo>
                  <a:lnTo>
                    <a:pt x="37494" y="37480"/>
                  </a:lnTo>
                  <a:lnTo>
                    <a:pt x="78186" y="10054"/>
                  </a:lnTo>
                  <a:lnTo>
                    <a:pt x="128016" y="0"/>
                  </a:lnTo>
                  <a:lnTo>
                    <a:pt x="12063984" y="0"/>
                  </a:lnTo>
                  <a:lnTo>
                    <a:pt x="12113829" y="10054"/>
                  </a:lnTo>
                  <a:lnTo>
                    <a:pt x="12154519" y="37480"/>
                  </a:lnTo>
                  <a:lnTo>
                    <a:pt x="12181945" y="78170"/>
                  </a:lnTo>
                  <a:lnTo>
                    <a:pt x="12192000" y="128016"/>
                  </a:lnTo>
                  <a:lnTo>
                    <a:pt x="12192000" y="640080"/>
                  </a:lnTo>
                  <a:lnTo>
                    <a:pt x="12181945" y="689925"/>
                  </a:lnTo>
                  <a:lnTo>
                    <a:pt x="12154519" y="730615"/>
                  </a:lnTo>
                  <a:lnTo>
                    <a:pt x="12113829" y="758041"/>
                  </a:lnTo>
                  <a:lnTo>
                    <a:pt x="12063984" y="768096"/>
                  </a:lnTo>
                  <a:lnTo>
                    <a:pt x="128016" y="768096"/>
                  </a:lnTo>
                  <a:lnTo>
                    <a:pt x="78186" y="758041"/>
                  </a:lnTo>
                  <a:lnTo>
                    <a:pt x="37494" y="730615"/>
                  </a:lnTo>
                  <a:lnTo>
                    <a:pt x="10060" y="689925"/>
                  </a:lnTo>
                  <a:lnTo>
                    <a:pt x="0" y="640080"/>
                  </a:lnTo>
                  <a:lnTo>
                    <a:pt x="0" y="12801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System</a:t>
            </a:r>
            <a:r>
              <a:rPr sz="4000" spc="-110" dirty="0"/>
              <a:t> </a:t>
            </a:r>
            <a:r>
              <a:rPr sz="4000" spc="-10" dirty="0"/>
              <a:t>Requirements</a:t>
            </a:r>
            <a:endParaRPr sz="4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114300"/>
            <a:ext cx="12204700" cy="788035"/>
            <a:chOff x="-6095" y="114300"/>
            <a:chExt cx="12204700" cy="788035"/>
          </a:xfrm>
        </p:grpSpPr>
        <p:sp>
          <p:nvSpPr>
            <p:cNvPr id="3" name="object 3"/>
            <p:cNvSpPr/>
            <p:nvPr/>
          </p:nvSpPr>
          <p:spPr>
            <a:xfrm>
              <a:off x="0" y="120395"/>
              <a:ext cx="12192000" cy="775970"/>
            </a:xfrm>
            <a:custGeom>
              <a:avLst/>
              <a:gdLst/>
              <a:ahLst/>
              <a:cxnLst/>
              <a:rect l="l" t="t" r="r" b="b"/>
              <a:pathLst>
                <a:path w="12192000" h="775969">
                  <a:moveTo>
                    <a:pt x="12062714" y="0"/>
                  </a:moveTo>
                  <a:lnTo>
                    <a:pt x="129298" y="0"/>
                  </a:lnTo>
                  <a:lnTo>
                    <a:pt x="78968" y="10163"/>
                  </a:lnTo>
                  <a:lnTo>
                    <a:pt x="37869" y="37877"/>
                  </a:lnTo>
                  <a:lnTo>
                    <a:pt x="10160" y="78974"/>
                  </a:lnTo>
                  <a:lnTo>
                    <a:pt x="0" y="129285"/>
                  </a:lnTo>
                  <a:lnTo>
                    <a:pt x="0" y="646429"/>
                  </a:lnTo>
                  <a:lnTo>
                    <a:pt x="10160" y="696741"/>
                  </a:lnTo>
                  <a:lnTo>
                    <a:pt x="37869" y="737838"/>
                  </a:lnTo>
                  <a:lnTo>
                    <a:pt x="78968" y="765552"/>
                  </a:lnTo>
                  <a:lnTo>
                    <a:pt x="129298" y="775715"/>
                  </a:lnTo>
                  <a:lnTo>
                    <a:pt x="12062714" y="775715"/>
                  </a:lnTo>
                  <a:lnTo>
                    <a:pt x="12113025" y="765552"/>
                  </a:lnTo>
                  <a:lnTo>
                    <a:pt x="12154122" y="737838"/>
                  </a:lnTo>
                  <a:lnTo>
                    <a:pt x="12181836" y="696741"/>
                  </a:lnTo>
                  <a:lnTo>
                    <a:pt x="12192000" y="646429"/>
                  </a:lnTo>
                  <a:lnTo>
                    <a:pt x="12192000" y="129285"/>
                  </a:lnTo>
                  <a:lnTo>
                    <a:pt x="12181836" y="78974"/>
                  </a:lnTo>
                  <a:lnTo>
                    <a:pt x="12154122" y="37877"/>
                  </a:lnTo>
                  <a:lnTo>
                    <a:pt x="12113025" y="10163"/>
                  </a:lnTo>
                  <a:lnTo>
                    <a:pt x="1206271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20395"/>
              <a:ext cx="12192000" cy="775970"/>
            </a:xfrm>
            <a:custGeom>
              <a:avLst/>
              <a:gdLst/>
              <a:ahLst/>
              <a:cxnLst/>
              <a:rect l="l" t="t" r="r" b="b"/>
              <a:pathLst>
                <a:path w="12192000" h="775969">
                  <a:moveTo>
                    <a:pt x="0" y="129285"/>
                  </a:moveTo>
                  <a:lnTo>
                    <a:pt x="10160" y="78974"/>
                  </a:lnTo>
                  <a:lnTo>
                    <a:pt x="37869" y="37877"/>
                  </a:lnTo>
                  <a:lnTo>
                    <a:pt x="78968" y="10163"/>
                  </a:lnTo>
                  <a:lnTo>
                    <a:pt x="129298" y="0"/>
                  </a:lnTo>
                  <a:lnTo>
                    <a:pt x="12062714" y="0"/>
                  </a:lnTo>
                  <a:lnTo>
                    <a:pt x="12113025" y="10163"/>
                  </a:lnTo>
                  <a:lnTo>
                    <a:pt x="12154122" y="37877"/>
                  </a:lnTo>
                  <a:lnTo>
                    <a:pt x="12181836" y="78974"/>
                  </a:lnTo>
                  <a:lnTo>
                    <a:pt x="12192000" y="129285"/>
                  </a:lnTo>
                  <a:lnTo>
                    <a:pt x="12192000" y="646429"/>
                  </a:lnTo>
                  <a:lnTo>
                    <a:pt x="12181836" y="696741"/>
                  </a:lnTo>
                  <a:lnTo>
                    <a:pt x="12154122" y="737838"/>
                  </a:lnTo>
                  <a:lnTo>
                    <a:pt x="12113025" y="765552"/>
                  </a:lnTo>
                  <a:lnTo>
                    <a:pt x="12062714" y="775715"/>
                  </a:lnTo>
                  <a:lnTo>
                    <a:pt x="129298" y="775715"/>
                  </a:lnTo>
                  <a:lnTo>
                    <a:pt x="78968" y="765552"/>
                  </a:lnTo>
                  <a:lnTo>
                    <a:pt x="37869" y="737838"/>
                  </a:lnTo>
                  <a:lnTo>
                    <a:pt x="10160" y="696741"/>
                  </a:lnTo>
                  <a:lnTo>
                    <a:pt x="0" y="646429"/>
                  </a:lnTo>
                  <a:lnTo>
                    <a:pt x="0" y="12928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Feasibility</a:t>
            </a:r>
            <a:r>
              <a:rPr sz="4000" spc="-125" dirty="0"/>
              <a:t> </a:t>
            </a:r>
            <a:r>
              <a:rPr sz="4000" dirty="0"/>
              <a:t>and</a:t>
            </a:r>
            <a:r>
              <a:rPr sz="4000" spc="-125" dirty="0"/>
              <a:t> </a:t>
            </a:r>
            <a:r>
              <a:rPr sz="4000" spc="-10" dirty="0"/>
              <a:t>Scope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1137310" y="1182751"/>
            <a:ext cx="9304655" cy="5260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Feasibility</a:t>
            </a:r>
            <a:endParaRPr sz="2400">
              <a:latin typeface="Times New Roman"/>
              <a:cs typeface="Times New Roman"/>
            </a:endParaRPr>
          </a:p>
          <a:p>
            <a:pPr marL="12700" marR="1320165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	Technical</a:t>
            </a:r>
            <a:r>
              <a:rPr sz="2400" spc="-20" dirty="0">
                <a:latin typeface="Times New Roman"/>
                <a:cs typeface="Times New Roman"/>
              </a:rPr>
              <a:t>: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Uses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AI/NLP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(spaCy,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BERT,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GPT),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(React, Node.js/Django).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Times New Roman"/>
                <a:cs typeface="Times New Roman"/>
              </a:rPr>
              <a:t>Economic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Mostly </a:t>
            </a:r>
            <a:r>
              <a:rPr sz="2400" spc="-10" dirty="0">
                <a:latin typeface="Times New Roman"/>
                <a:cs typeface="Times New Roman"/>
              </a:rPr>
              <a:t>open-</a:t>
            </a:r>
            <a:r>
              <a:rPr sz="2400" dirty="0">
                <a:latin typeface="Times New Roman"/>
                <a:cs typeface="Times New Roman"/>
              </a:rPr>
              <a:t>source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tools;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low-cost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cloud</a:t>
            </a:r>
            <a:r>
              <a:rPr sz="2400" spc="-10" dirty="0">
                <a:latin typeface="Times New Roman"/>
                <a:cs typeface="Times New Roman"/>
              </a:rPr>
              <a:t> deployment.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Times New Roman"/>
                <a:cs typeface="Times New Roman"/>
              </a:rPr>
              <a:t>Operational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User-</a:t>
            </a:r>
            <a:r>
              <a:rPr sz="2400" spc="-10" dirty="0">
                <a:latin typeface="Times New Roman"/>
                <a:cs typeface="Times New Roman"/>
              </a:rPr>
              <a:t>friendly,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real-time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feedback,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scalable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design.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Times New Roman"/>
                <a:cs typeface="Times New Roman"/>
              </a:rPr>
              <a:t>Time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Modular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development;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achievable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4–6 </a:t>
            </a:r>
            <a:r>
              <a:rPr sz="2400" spc="-10" dirty="0">
                <a:latin typeface="Times New Roman"/>
                <a:cs typeface="Times New Roman"/>
              </a:rPr>
              <a:t>months.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2400" b="1" spc="-10" dirty="0">
                <a:latin typeface="Times New Roman"/>
                <a:cs typeface="Times New Roman"/>
              </a:rPr>
              <a:t>Scope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spcBef>
                <a:spcPts val="5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Resume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Analyzer: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ATS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compliance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check,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keyword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matching,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scoring.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Resume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Builder: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AI-</a:t>
            </a:r>
            <a:r>
              <a:rPr sz="2400" dirty="0">
                <a:latin typeface="Times New Roman"/>
                <a:cs typeface="Times New Roman"/>
              </a:rPr>
              <a:t>assisted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customizable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templates.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AI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Integration: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NLP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parsing,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embeddings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similarity,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suggestions.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Accessibility: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Web-</a:t>
            </a:r>
            <a:r>
              <a:rPr sz="2400" dirty="0">
                <a:latin typeface="Times New Roman"/>
                <a:cs typeface="Times New Roman"/>
              </a:rPr>
              <a:t>based, cross-platform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(PC,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mobile, </a:t>
            </a:r>
            <a:r>
              <a:rPr sz="2400" spc="-10" dirty="0">
                <a:latin typeface="Times New Roman"/>
                <a:cs typeface="Times New Roman"/>
              </a:rPr>
              <a:t>tablet).</a:t>
            </a:r>
            <a:endParaRPr sz="2400">
              <a:latin typeface="Times New Roman"/>
              <a:cs typeface="Times New Roman"/>
            </a:endParaRPr>
          </a:p>
          <a:p>
            <a:pPr marL="12700" marR="24765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	Scalability: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Extendable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recruiter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dashboards,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LinkedIn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import,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interview prep.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dirty="0">
                <a:latin typeface="Times New Roman"/>
                <a:cs typeface="Times New Roman"/>
              </a:rPr>
              <a:t>Impact: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Improves employability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shortlisting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chances.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114300"/>
            <a:ext cx="12204700" cy="741045"/>
            <a:chOff x="-6095" y="114300"/>
            <a:chExt cx="12204700" cy="741045"/>
          </a:xfrm>
        </p:grpSpPr>
        <p:sp>
          <p:nvSpPr>
            <p:cNvPr id="3" name="object 3"/>
            <p:cNvSpPr/>
            <p:nvPr/>
          </p:nvSpPr>
          <p:spPr>
            <a:xfrm>
              <a:off x="0" y="120395"/>
              <a:ext cx="12192000" cy="728980"/>
            </a:xfrm>
            <a:custGeom>
              <a:avLst/>
              <a:gdLst/>
              <a:ahLst/>
              <a:cxnLst/>
              <a:rect l="l" t="t" r="r" b="b"/>
              <a:pathLst>
                <a:path w="12192000" h="728980">
                  <a:moveTo>
                    <a:pt x="12070588" y="0"/>
                  </a:moveTo>
                  <a:lnTo>
                    <a:pt x="121413" y="0"/>
                  </a:lnTo>
                  <a:lnTo>
                    <a:pt x="74153" y="9540"/>
                  </a:lnTo>
                  <a:lnTo>
                    <a:pt x="35561" y="35560"/>
                  </a:lnTo>
                  <a:lnTo>
                    <a:pt x="9541" y="74152"/>
                  </a:lnTo>
                  <a:lnTo>
                    <a:pt x="0" y="121411"/>
                  </a:lnTo>
                  <a:lnTo>
                    <a:pt x="0" y="607059"/>
                  </a:lnTo>
                  <a:lnTo>
                    <a:pt x="9541" y="654319"/>
                  </a:lnTo>
                  <a:lnTo>
                    <a:pt x="35561" y="692912"/>
                  </a:lnTo>
                  <a:lnTo>
                    <a:pt x="74153" y="718931"/>
                  </a:lnTo>
                  <a:lnTo>
                    <a:pt x="121413" y="728471"/>
                  </a:lnTo>
                  <a:lnTo>
                    <a:pt x="12070588" y="728471"/>
                  </a:lnTo>
                  <a:lnTo>
                    <a:pt x="12117847" y="718931"/>
                  </a:lnTo>
                  <a:lnTo>
                    <a:pt x="12156440" y="692911"/>
                  </a:lnTo>
                  <a:lnTo>
                    <a:pt x="12182459" y="654319"/>
                  </a:lnTo>
                  <a:lnTo>
                    <a:pt x="12192000" y="607059"/>
                  </a:lnTo>
                  <a:lnTo>
                    <a:pt x="12192000" y="121411"/>
                  </a:lnTo>
                  <a:lnTo>
                    <a:pt x="12182459" y="74152"/>
                  </a:lnTo>
                  <a:lnTo>
                    <a:pt x="12156440" y="35560"/>
                  </a:lnTo>
                  <a:lnTo>
                    <a:pt x="12117847" y="9540"/>
                  </a:lnTo>
                  <a:lnTo>
                    <a:pt x="1207058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20395"/>
              <a:ext cx="12192000" cy="728980"/>
            </a:xfrm>
            <a:custGeom>
              <a:avLst/>
              <a:gdLst/>
              <a:ahLst/>
              <a:cxnLst/>
              <a:rect l="l" t="t" r="r" b="b"/>
              <a:pathLst>
                <a:path w="12192000" h="728980">
                  <a:moveTo>
                    <a:pt x="0" y="121411"/>
                  </a:moveTo>
                  <a:lnTo>
                    <a:pt x="9541" y="74152"/>
                  </a:lnTo>
                  <a:lnTo>
                    <a:pt x="35561" y="35560"/>
                  </a:lnTo>
                  <a:lnTo>
                    <a:pt x="74153" y="9540"/>
                  </a:lnTo>
                  <a:lnTo>
                    <a:pt x="121413" y="0"/>
                  </a:lnTo>
                  <a:lnTo>
                    <a:pt x="12070588" y="0"/>
                  </a:lnTo>
                  <a:lnTo>
                    <a:pt x="12117847" y="9540"/>
                  </a:lnTo>
                  <a:lnTo>
                    <a:pt x="12156440" y="35560"/>
                  </a:lnTo>
                  <a:lnTo>
                    <a:pt x="12182459" y="74152"/>
                  </a:lnTo>
                  <a:lnTo>
                    <a:pt x="12192000" y="121411"/>
                  </a:lnTo>
                  <a:lnTo>
                    <a:pt x="12192000" y="607059"/>
                  </a:lnTo>
                  <a:lnTo>
                    <a:pt x="12182459" y="654319"/>
                  </a:lnTo>
                  <a:lnTo>
                    <a:pt x="12156440" y="692911"/>
                  </a:lnTo>
                  <a:lnTo>
                    <a:pt x="12117847" y="718931"/>
                  </a:lnTo>
                  <a:lnTo>
                    <a:pt x="12070588" y="728471"/>
                  </a:lnTo>
                  <a:lnTo>
                    <a:pt x="121413" y="728471"/>
                  </a:lnTo>
                  <a:lnTo>
                    <a:pt x="74153" y="718931"/>
                  </a:lnTo>
                  <a:lnTo>
                    <a:pt x="35561" y="692912"/>
                  </a:lnTo>
                  <a:lnTo>
                    <a:pt x="9541" y="654319"/>
                  </a:lnTo>
                  <a:lnTo>
                    <a:pt x="0" y="607059"/>
                  </a:lnTo>
                  <a:lnTo>
                    <a:pt x="0" y="12141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16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Risk</a:t>
            </a:r>
            <a:r>
              <a:rPr sz="4000" spc="-75" dirty="0"/>
              <a:t> </a:t>
            </a:r>
            <a:r>
              <a:rPr sz="4000" spc="-10" dirty="0"/>
              <a:t>Identified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472846" y="1829561"/>
            <a:ext cx="8510270" cy="3805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6385" indent="-11430">
              <a:lnSpc>
                <a:spcPct val="100000"/>
              </a:lnSpc>
              <a:spcBef>
                <a:spcPts val="100"/>
              </a:spcBef>
              <a:buSzPct val="93750"/>
              <a:buFont typeface="Times New Roman"/>
              <a:buChar char="•"/>
              <a:tabLst>
                <a:tab pos="118745" algn="l"/>
              </a:tabLst>
            </a:pPr>
            <a:r>
              <a:rPr sz="2400" b="1" dirty="0">
                <a:latin typeface="Times New Roman"/>
                <a:cs typeface="Times New Roman"/>
              </a:rPr>
              <a:t>	Data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Privacy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Risk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Sensitive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exposed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not </a:t>
            </a:r>
            <a:r>
              <a:rPr sz="2400" spc="-10" dirty="0">
                <a:latin typeface="Times New Roman"/>
                <a:cs typeface="Times New Roman"/>
              </a:rPr>
              <a:t>secured.</a:t>
            </a:r>
            <a:endParaRPr sz="2400">
              <a:latin typeface="Times New Roman"/>
              <a:cs typeface="Times New Roman"/>
            </a:endParaRPr>
          </a:p>
          <a:p>
            <a:pPr marL="118745" indent="-117475">
              <a:lnSpc>
                <a:spcPct val="100000"/>
              </a:lnSpc>
              <a:buSzPct val="93750"/>
              <a:buFont typeface="Times New Roman"/>
              <a:buChar char="•"/>
              <a:tabLst>
                <a:tab pos="1187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AI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Accuracy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Risk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NLP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misinterpret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skills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context.</a:t>
            </a:r>
            <a:endParaRPr sz="2400">
              <a:latin typeface="Times New Roman"/>
              <a:cs typeface="Times New Roman"/>
            </a:endParaRPr>
          </a:p>
          <a:p>
            <a:pPr marL="12700" marR="559435" indent="-11430">
              <a:lnSpc>
                <a:spcPct val="100000"/>
              </a:lnSpc>
              <a:buSzPct val="93750"/>
              <a:buFont typeface="Times New Roman"/>
              <a:buChar char="•"/>
              <a:tabLst>
                <a:tab pos="118745" algn="l"/>
              </a:tabLst>
            </a:pPr>
            <a:r>
              <a:rPr sz="2400" b="1" dirty="0">
                <a:latin typeface="Times New Roman"/>
                <a:cs typeface="Times New Roman"/>
              </a:rPr>
              <a:t>	Compatibility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Risk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resumes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ATS </a:t>
            </a:r>
            <a:r>
              <a:rPr sz="2400" spc="-10" dirty="0">
                <a:latin typeface="Times New Roman"/>
                <a:cs typeface="Times New Roman"/>
              </a:rPr>
              <a:t>standards.</a:t>
            </a:r>
            <a:endParaRPr sz="2400">
              <a:latin typeface="Times New Roman"/>
              <a:cs typeface="Times New Roman"/>
            </a:endParaRPr>
          </a:p>
          <a:p>
            <a:pPr marL="118745" indent="-117475">
              <a:lnSpc>
                <a:spcPct val="100000"/>
              </a:lnSpc>
              <a:buSzPct val="93750"/>
              <a:buFont typeface="Times New Roman"/>
              <a:buChar char="•"/>
              <a:tabLst>
                <a:tab pos="118745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Technical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Risk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downtime,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errors,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integration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failures.</a:t>
            </a:r>
            <a:endParaRPr sz="2400">
              <a:latin typeface="Times New Roman"/>
              <a:cs typeface="Times New Roman"/>
            </a:endParaRPr>
          </a:p>
          <a:p>
            <a:pPr marL="118745" indent="-117475">
              <a:lnSpc>
                <a:spcPts val="2870"/>
              </a:lnSpc>
              <a:buSzPct val="93750"/>
              <a:buFont typeface="Times New Roman"/>
              <a:buChar char="•"/>
              <a:tabLst>
                <a:tab pos="118745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User</a:t>
            </a:r>
            <a:r>
              <a:rPr sz="2400" b="1" spc="-1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Adoption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Risk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prefer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traditional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formats.</a:t>
            </a:r>
            <a:endParaRPr sz="2400">
              <a:latin typeface="Times New Roman"/>
              <a:cs typeface="Times New Roman"/>
            </a:endParaRPr>
          </a:p>
          <a:p>
            <a:pPr marL="155575" indent="-155575">
              <a:lnSpc>
                <a:spcPts val="3829"/>
              </a:lnSpc>
              <a:buSzPct val="96875"/>
              <a:buFont typeface="Times New Roman"/>
              <a:buChar char="•"/>
              <a:tabLst>
                <a:tab pos="155575" algn="l"/>
              </a:tabLst>
            </a:pPr>
            <a:r>
              <a:rPr sz="3200" b="1" dirty="0">
                <a:latin typeface="Times New Roman"/>
                <a:cs typeface="Times New Roman"/>
              </a:rPr>
              <a:t>Scalability</a:t>
            </a:r>
            <a:r>
              <a:rPr sz="3200" b="1" spc="-22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Risk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issues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spc="-10" dirty="0">
                <a:latin typeface="Times New Roman"/>
                <a:cs typeface="Times New Roman"/>
              </a:rPr>
              <a:t>users.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132587"/>
            <a:ext cx="12204700" cy="702945"/>
            <a:chOff x="-6095" y="132587"/>
            <a:chExt cx="12204700" cy="702945"/>
          </a:xfrm>
        </p:grpSpPr>
        <p:sp>
          <p:nvSpPr>
            <p:cNvPr id="3" name="object 3"/>
            <p:cNvSpPr/>
            <p:nvPr/>
          </p:nvSpPr>
          <p:spPr>
            <a:xfrm>
              <a:off x="0" y="138683"/>
              <a:ext cx="12192000" cy="690880"/>
            </a:xfrm>
            <a:custGeom>
              <a:avLst/>
              <a:gdLst/>
              <a:ahLst/>
              <a:cxnLst/>
              <a:rect l="l" t="t" r="r" b="b"/>
              <a:pathLst>
                <a:path w="12192000" h="690880">
                  <a:moveTo>
                    <a:pt x="12076938" y="0"/>
                  </a:moveTo>
                  <a:lnTo>
                    <a:pt x="115067" y="0"/>
                  </a:lnTo>
                  <a:lnTo>
                    <a:pt x="70277" y="9048"/>
                  </a:lnTo>
                  <a:lnTo>
                    <a:pt x="33702" y="33718"/>
                  </a:lnTo>
                  <a:lnTo>
                    <a:pt x="9042" y="70294"/>
                  </a:lnTo>
                  <a:lnTo>
                    <a:pt x="0" y="115062"/>
                  </a:lnTo>
                  <a:lnTo>
                    <a:pt x="0" y="575310"/>
                  </a:lnTo>
                  <a:lnTo>
                    <a:pt x="9042" y="620077"/>
                  </a:lnTo>
                  <a:lnTo>
                    <a:pt x="33702" y="656653"/>
                  </a:lnTo>
                  <a:lnTo>
                    <a:pt x="70277" y="681323"/>
                  </a:lnTo>
                  <a:lnTo>
                    <a:pt x="115067" y="690372"/>
                  </a:lnTo>
                  <a:lnTo>
                    <a:pt x="12076938" y="690372"/>
                  </a:lnTo>
                  <a:lnTo>
                    <a:pt x="12121705" y="681323"/>
                  </a:lnTo>
                  <a:lnTo>
                    <a:pt x="12158281" y="656653"/>
                  </a:lnTo>
                  <a:lnTo>
                    <a:pt x="12182951" y="620077"/>
                  </a:lnTo>
                  <a:lnTo>
                    <a:pt x="12192000" y="575310"/>
                  </a:lnTo>
                  <a:lnTo>
                    <a:pt x="12192000" y="115062"/>
                  </a:lnTo>
                  <a:lnTo>
                    <a:pt x="12182951" y="70294"/>
                  </a:lnTo>
                  <a:lnTo>
                    <a:pt x="12158281" y="33718"/>
                  </a:lnTo>
                  <a:lnTo>
                    <a:pt x="12121705" y="9048"/>
                  </a:lnTo>
                  <a:lnTo>
                    <a:pt x="1207693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8683"/>
              <a:ext cx="12192000" cy="690880"/>
            </a:xfrm>
            <a:custGeom>
              <a:avLst/>
              <a:gdLst/>
              <a:ahLst/>
              <a:cxnLst/>
              <a:rect l="l" t="t" r="r" b="b"/>
              <a:pathLst>
                <a:path w="12192000" h="690880">
                  <a:moveTo>
                    <a:pt x="0" y="115062"/>
                  </a:moveTo>
                  <a:lnTo>
                    <a:pt x="9042" y="70294"/>
                  </a:lnTo>
                  <a:lnTo>
                    <a:pt x="33702" y="33718"/>
                  </a:lnTo>
                  <a:lnTo>
                    <a:pt x="70277" y="9048"/>
                  </a:lnTo>
                  <a:lnTo>
                    <a:pt x="115067" y="0"/>
                  </a:lnTo>
                  <a:lnTo>
                    <a:pt x="12076938" y="0"/>
                  </a:lnTo>
                  <a:lnTo>
                    <a:pt x="12121705" y="9048"/>
                  </a:lnTo>
                  <a:lnTo>
                    <a:pt x="12158281" y="33718"/>
                  </a:lnTo>
                  <a:lnTo>
                    <a:pt x="12182951" y="70294"/>
                  </a:lnTo>
                  <a:lnTo>
                    <a:pt x="12192000" y="115062"/>
                  </a:lnTo>
                  <a:lnTo>
                    <a:pt x="12192000" y="575310"/>
                  </a:lnTo>
                  <a:lnTo>
                    <a:pt x="12182951" y="620077"/>
                  </a:lnTo>
                  <a:lnTo>
                    <a:pt x="12158281" y="656653"/>
                  </a:lnTo>
                  <a:lnTo>
                    <a:pt x="12121705" y="681323"/>
                  </a:lnTo>
                  <a:lnTo>
                    <a:pt x="12076938" y="690372"/>
                  </a:lnTo>
                  <a:lnTo>
                    <a:pt x="115067" y="690372"/>
                  </a:lnTo>
                  <a:lnTo>
                    <a:pt x="70277" y="681323"/>
                  </a:lnTo>
                  <a:lnTo>
                    <a:pt x="33702" y="656653"/>
                  </a:lnTo>
                  <a:lnTo>
                    <a:pt x="9042" y="620077"/>
                  </a:lnTo>
                  <a:lnTo>
                    <a:pt x="0" y="575310"/>
                  </a:lnTo>
                  <a:lnTo>
                    <a:pt x="0" y="1150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Back-</a:t>
            </a:r>
            <a:r>
              <a:rPr spc="-25" dirty="0"/>
              <a:t>up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1868" y="1774062"/>
            <a:ext cx="7923530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 indent="-133350">
              <a:lnSpc>
                <a:spcPct val="100000"/>
              </a:lnSpc>
              <a:spcBef>
                <a:spcPts val="95"/>
              </a:spcBef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Regular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database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backups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(MongoDB/PostgreSQL).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sz="2800" b="1" dirty="0">
                <a:latin typeface="Times New Roman"/>
                <a:cs typeface="Times New Roman"/>
              </a:rPr>
              <a:t>Cloud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storage</a:t>
            </a:r>
            <a:r>
              <a:rPr sz="2800" b="1" spc="-1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redundancy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(AWS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S3/Firebase).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Scheduled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automated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backup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system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(daily/weekly).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sz="2800" b="1" spc="-25" dirty="0">
                <a:latin typeface="Times New Roman"/>
                <a:cs typeface="Times New Roman"/>
              </a:rPr>
              <a:t>Version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control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Git/GitHub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source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code.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sz="2800" b="1" dirty="0">
                <a:latin typeface="Times New Roman"/>
                <a:cs typeface="Times New Roman"/>
              </a:rPr>
              <a:t>Failover</a:t>
            </a:r>
            <a:r>
              <a:rPr sz="2800" b="1" spc="-11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servers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uninterrupted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service.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recovery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encrypted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restore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points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135255" indent="-133350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Periodic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testing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backup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&amp;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recovery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process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92964"/>
            <a:ext cx="12204700" cy="693420"/>
            <a:chOff x="-6095" y="92964"/>
            <a:chExt cx="12204700" cy="693420"/>
          </a:xfrm>
        </p:grpSpPr>
        <p:sp>
          <p:nvSpPr>
            <p:cNvPr id="3" name="object 3"/>
            <p:cNvSpPr/>
            <p:nvPr/>
          </p:nvSpPr>
          <p:spPr>
            <a:xfrm>
              <a:off x="0" y="99060"/>
              <a:ext cx="12192000" cy="681355"/>
            </a:xfrm>
            <a:custGeom>
              <a:avLst/>
              <a:gdLst/>
              <a:ahLst/>
              <a:cxnLst/>
              <a:rect l="l" t="t" r="r" b="b"/>
              <a:pathLst>
                <a:path w="12192000" h="681355">
                  <a:moveTo>
                    <a:pt x="12078462" y="0"/>
                  </a:moveTo>
                  <a:lnTo>
                    <a:pt x="113546" y="0"/>
                  </a:lnTo>
                  <a:lnTo>
                    <a:pt x="69349" y="8917"/>
                  </a:lnTo>
                  <a:lnTo>
                    <a:pt x="33257" y="33242"/>
                  </a:lnTo>
                  <a:lnTo>
                    <a:pt x="8923" y="69330"/>
                  </a:lnTo>
                  <a:lnTo>
                    <a:pt x="0" y="113538"/>
                  </a:lnTo>
                  <a:lnTo>
                    <a:pt x="0" y="567690"/>
                  </a:lnTo>
                  <a:lnTo>
                    <a:pt x="8923" y="611897"/>
                  </a:lnTo>
                  <a:lnTo>
                    <a:pt x="33257" y="647985"/>
                  </a:lnTo>
                  <a:lnTo>
                    <a:pt x="69349" y="672310"/>
                  </a:lnTo>
                  <a:lnTo>
                    <a:pt x="113546" y="681228"/>
                  </a:lnTo>
                  <a:lnTo>
                    <a:pt x="12078462" y="681228"/>
                  </a:lnTo>
                  <a:lnTo>
                    <a:pt x="12122669" y="672310"/>
                  </a:lnTo>
                  <a:lnTo>
                    <a:pt x="12158757" y="647985"/>
                  </a:lnTo>
                  <a:lnTo>
                    <a:pt x="12183082" y="611897"/>
                  </a:lnTo>
                  <a:lnTo>
                    <a:pt x="12192000" y="567690"/>
                  </a:lnTo>
                  <a:lnTo>
                    <a:pt x="12192000" y="113538"/>
                  </a:lnTo>
                  <a:lnTo>
                    <a:pt x="12183082" y="69330"/>
                  </a:lnTo>
                  <a:lnTo>
                    <a:pt x="12158757" y="33242"/>
                  </a:lnTo>
                  <a:lnTo>
                    <a:pt x="12122669" y="8917"/>
                  </a:lnTo>
                  <a:lnTo>
                    <a:pt x="1207846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99060"/>
              <a:ext cx="12192000" cy="681355"/>
            </a:xfrm>
            <a:custGeom>
              <a:avLst/>
              <a:gdLst/>
              <a:ahLst/>
              <a:cxnLst/>
              <a:rect l="l" t="t" r="r" b="b"/>
              <a:pathLst>
                <a:path w="12192000" h="681355">
                  <a:moveTo>
                    <a:pt x="0" y="113538"/>
                  </a:moveTo>
                  <a:lnTo>
                    <a:pt x="8923" y="69330"/>
                  </a:lnTo>
                  <a:lnTo>
                    <a:pt x="33257" y="33242"/>
                  </a:lnTo>
                  <a:lnTo>
                    <a:pt x="69349" y="8917"/>
                  </a:lnTo>
                  <a:lnTo>
                    <a:pt x="113546" y="0"/>
                  </a:lnTo>
                  <a:lnTo>
                    <a:pt x="12078462" y="0"/>
                  </a:lnTo>
                  <a:lnTo>
                    <a:pt x="12122669" y="8917"/>
                  </a:lnTo>
                  <a:lnTo>
                    <a:pt x="12158757" y="33242"/>
                  </a:lnTo>
                  <a:lnTo>
                    <a:pt x="12183082" y="69330"/>
                  </a:lnTo>
                  <a:lnTo>
                    <a:pt x="12192000" y="113538"/>
                  </a:lnTo>
                  <a:lnTo>
                    <a:pt x="12192000" y="567690"/>
                  </a:lnTo>
                  <a:lnTo>
                    <a:pt x="12183082" y="611897"/>
                  </a:lnTo>
                  <a:lnTo>
                    <a:pt x="12158757" y="647985"/>
                  </a:lnTo>
                  <a:lnTo>
                    <a:pt x="12122669" y="672310"/>
                  </a:lnTo>
                  <a:lnTo>
                    <a:pt x="12078462" y="681228"/>
                  </a:lnTo>
                  <a:lnTo>
                    <a:pt x="113546" y="681228"/>
                  </a:lnTo>
                  <a:lnTo>
                    <a:pt x="69349" y="672310"/>
                  </a:lnTo>
                  <a:lnTo>
                    <a:pt x="33257" y="647985"/>
                  </a:lnTo>
                  <a:lnTo>
                    <a:pt x="8923" y="611897"/>
                  </a:lnTo>
                  <a:lnTo>
                    <a:pt x="0" y="567690"/>
                  </a:lnTo>
                  <a:lnTo>
                    <a:pt x="0" y="11353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05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2313" y="906221"/>
            <a:ext cx="30010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Architecture</a:t>
            </a:r>
            <a:r>
              <a:rPr sz="2400" b="1" spc="-1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Diagram: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490" y="1633727"/>
            <a:ext cx="11407025" cy="51267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536" rIns="0" bIns="0" rtlCol="0">
            <a:spAutoFit/>
          </a:bodyPr>
          <a:lstStyle/>
          <a:p>
            <a:pPr marL="70993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00"/>
                </a:solidFill>
              </a:rPr>
              <a:t>Algorithm: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40816" y="812749"/>
            <a:ext cx="9065260" cy="5514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Step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Interaction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 application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browser.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Options: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Upload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(PDF/DOCX),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Job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Description,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Resume </a:t>
            </a:r>
            <a:r>
              <a:rPr sz="2000" spc="-10" dirty="0">
                <a:latin typeface="Times New Roman"/>
                <a:cs typeface="Times New Roman"/>
              </a:rPr>
              <a:t>Builder.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Step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2: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Frontend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(Presentation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Layer)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Built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React/Next.js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+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Tailwind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CSS</a:t>
            </a:r>
            <a:r>
              <a:rPr sz="2000" spc="-2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user-</a:t>
            </a:r>
            <a:r>
              <a:rPr sz="2000" dirty="0">
                <a:latin typeface="Times New Roman"/>
                <a:cs typeface="Times New Roman"/>
              </a:rPr>
              <a:t>friendly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preview.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Sends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backend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-10" dirty="0">
                <a:latin typeface="Times New Roman"/>
                <a:cs typeface="Times New Roman"/>
              </a:rPr>
              <a:t> calls.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Step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3: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Backend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(Application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Layer)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Implemented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Node.js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/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Django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/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Flask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Handles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requests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frontend,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manages</a:t>
            </a:r>
            <a:r>
              <a:rPr sz="2000" spc="-10" dirty="0">
                <a:latin typeface="Times New Roman"/>
                <a:cs typeface="Times New Roman"/>
              </a:rPr>
              <a:t> workflow,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coordinates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models.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authentication,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validation,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communication.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Step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4: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Resume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Parser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Preprocessing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Extracts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text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uploaded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PDF/DOCX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parsing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libraries.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Applies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NLP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preprocessing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tokenization,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stop-word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removal,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lemmatization.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Identifies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sections: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Personal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Education,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Skills,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Experience.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Step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5: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Job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Description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JD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text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converted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vectors.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Keywords,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skills,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role-specific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entities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extracted.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9747" y="484377"/>
            <a:ext cx="8828405" cy="5513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Step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6: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AI/NLP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Times New Roman"/>
                <a:cs typeface="Times New Roman"/>
              </a:rPr>
              <a:t>Converts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vector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representations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(TF-</a:t>
            </a:r>
            <a:r>
              <a:rPr sz="2000" spc="-35" dirty="0">
                <a:latin typeface="Times New Roman"/>
                <a:cs typeface="Times New Roman"/>
              </a:rPr>
              <a:t>IDF,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Word2Vec,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BERT).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Times New Roman"/>
                <a:cs typeface="Times New Roman"/>
              </a:rPr>
              <a:t>Calculates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Cosine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Similarity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Keyword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Match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%</a:t>
            </a:r>
            <a:r>
              <a:rPr sz="2000" spc="-2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Times New Roman"/>
                <a:cs typeface="Times New Roman"/>
              </a:rPr>
              <a:t>Generates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ATS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compliance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report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(formatting,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grammar,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missing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skills).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Times New Roman"/>
                <a:cs typeface="Times New Roman"/>
              </a:rPr>
              <a:t>Uses </a:t>
            </a:r>
            <a:r>
              <a:rPr sz="2000" b="1" spc="-10" dirty="0">
                <a:latin typeface="Times New Roman"/>
                <a:cs typeface="Times New Roman"/>
              </a:rPr>
              <a:t>GPT/LLM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API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phrasing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suggestions.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Step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7: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Resume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Scoring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10" dirty="0">
                <a:latin typeface="Times New Roman"/>
                <a:cs typeface="Times New Roman"/>
              </a:rPr>
              <a:t> Suggestions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Times New Roman"/>
                <a:cs typeface="Times New Roman"/>
              </a:rPr>
              <a:t>Produces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b="1" dirty="0">
                <a:latin typeface="Times New Roman"/>
                <a:cs typeface="Times New Roman"/>
              </a:rPr>
              <a:t>scorecard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relevance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score,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strengths,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weaknesses.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Times New Roman"/>
                <a:cs typeface="Times New Roman"/>
              </a:rPr>
              <a:t>Suggests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improvements: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keywords,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better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summaries,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formatting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fixes.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Step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8: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Resume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Builder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Module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Times New Roman"/>
                <a:cs typeface="Times New Roman"/>
              </a:rPr>
              <a:t>Step-</a:t>
            </a:r>
            <a:r>
              <a:rPr sz="2000" spc="-10" dirty="0">
                <a:latin typeface="Times New Roman"/>
                <a:cs typeface="Times New Roman"/>
              </a:rPr>
              <a:t>by-</a:t>
            </a:r>
            <a:r>
              <a:rPr sz="2000" dirty="0">
                <a:latin typeface="Times New Roman"/>
                <a:cs typeface="Times New Roman"/>
              </a:rPr>
              <a:t>step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manual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resume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creation.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Times New Roman"/>
                <a:cs typeface="Times New Roman"/>
              </a:rPr>
              <a:t>AI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suggests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summaries,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skills,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professional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wording.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chooses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Times New Roman"/>
                <a:cs typeface="Times New Roman"/>
              </a:rPr>
              <a:t>ATS-</a:t>
            </a:r>
            <a:r>
              <a:rPr sz="2000" dirty="0">
                <a:latin typeface="Times New Roman"/>
                <a:cs typeface="Times New Roman"/>
              </a:rPr>
              <a:t>friendly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templates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live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preview.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Step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9: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Database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 </a:t>
            </a:r>
            <a:r>
              <a:rPr sz="2000" b="1" spc="-10" dirty="0">
                <a:latin typeface="Times New Roman"/>
                <a:cs typeface="Times New Roman"/>
              </a:rPr>
              <a:t>Storage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b="1" dirty="0">
                <a:latin typeface="Times New Roman"/>
                <a:cs typeface="Times New Roman"/>
              </a:rPr>
              <a:t>Database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(MongoDB/PostgreSQL)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profiles,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resume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metadata,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templates.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b="1" dirty="0">
                <a:latin typeface="Times New Roman"/>
                <a:cs typeface="Times New Roman"/>
              </a:rPr>
              <a:t>Cloud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Storage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(AWS/Firebase)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uploaded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securely.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Step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10: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Output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Layer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Times New Roman"/>
                <a:cs typeface="Times New Roman"/>
              </a:rPr>
              <a:t>Final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export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PDF/DOCX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format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00965" indent="-97155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00965" algn="l"/>
              </a:tabLst>
            </a:pP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save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resumes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reports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dashboard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future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use.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132587"/>
            <a:ext cx="12204700" cy="702945"/>
            <a:chOff x="-6095" y="132587"/>
            <a:chExt cx="12204700" cy="702945"/>
          </a:xfrm>
        </p:grpSpPr>
        <p:sp>
          <p:nvSpPr>
            <p:cNvPr id="3" name="object 3"/>
            <p:cNvSpPr/>
            <p:nvPr/>
          </p:nvSpPr>
          <p:spPr>
            <a:xfrm>
              <a:off x="0" y="138683"/>
              <a:ext cx="12192000" cy="690880"/>
            </a:xfrm>
            <a:custGeom>
              <a:avLst/>
              <a:gdLst/>
              <a:ahLst/>
              <a:cxnLst/>
              <a:rect l="l" t="t" r="r" b="b"/>
              <a:pathLst>
                <a:path w="12192000" h="690880">
                  <a:moveTo>
                    <a:pt x="12076938" y="0"/>
                  </a:moveTo>
                  <a:lnTo>
                    <a:pt x="115067" y="0"/>
                  </a:lnTo>
                  <a:lnTo>
                    <a:pt x="70277" y="9048"/>
                  </a:lnTo>
                  <a:lnTo>
                    <a:pt x="33702" y="33718"/>
                  </a:lnTo>
                  <a:lnTo>
                    <a:pt x="9042" y="70294"/>
                  </a:lnTo>
                  <a:lnTo>
                    <a:pt x="0" y="115062"/>
                  </a:lnTo>
                  <a:lnTo>
                    <a:pt x="0" y="575310"/>
                  </a:lnTo>
                  <a:lnTo>
                    <a:pt x="9042" y="620077"/>
                  </a:lnTo>
                  <a:lnTo>
                    <a:pt x="33702" y="656653"/>
                  </a:lnTo>
                  <a:lnTo>
                    <a:pt x="70277" y="681323"/>
                  </a:lnTo>
                  <a:lnTo>
                    <a:pt x="115067" y="690372"/>
                  </a:lnTo>
                  <a:lnTo>
                    <a:pt x="12076938" y="690372"/>
                  </a:lnTo>
                  <a:lnTo>
                    <a:pt x="12121705" y="681323"/>
                  </a:lnTo>
                  <a:lnTo>
                    <a:pt x="12158281" y="656653"/>
                  </a:lnTo>
                  <a:lnTo>
                    <a:pt x="12182951" y="620077"/>
                  </a:lnTo>
                  <a:lnTo>
                    <a:pt x="12192000" y="575310"/>
                  </a:lnTo>
                  <a:lnTo>
                    <a:pt x="12192000" y="115062"/>
                  </a:lnTo>
                  <a:lnTo>
                    <a:pt x="12182951" y="70294"/>
                  </a:lnTo>
                  <a:lnTo>
                    <a:pt x="12158281" y="33718"/>
                  </a:lnTo>
                  <a:lnTo>
                    <a:pt x="12121705" y="9048"/>
                  </a:lnTo>
                  <a:lnTo>
                    <a:pt x="1207693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8683"/>
              <a:ext cx="12192000" cy="690880"/>
            </a:xfrm>
            <a:custGeom>
              <a:avLst/>
              <a:gdLst/>
              <a:ahLst/>
              <a:cxnLst/>
              <a:rect l="l" t="t" r="r" b="b"/>
              <a:pathLst>
                <a:path w="12192000" h="690880">
                  <a:moveTo>
                    <a:pt x="0" y="115062"/>
                  </a:moveTo>
                  <a:lnTo>
                    <a:pt x="9042" y="70294"/>
                  </a:lnTo>
                  <a:lnTo>
                    <a:pt x="33702" y="33718"/>
                  </a:lnTo>
                  <a:lnTo>
                    <a:pt x="70277" y="9048"/>
                  </a:lnTo>
                  <a:lnTo>
                    <a:pt x="115067" y="0"/>
                  </a:lnTo>
                  <a:lnTo>
                    <a:pt x="12076938" y="0"/>
                  </a:lnTo>
                  <a:lnTo>
                    <a:pt x="12121705" y="9048"/>
                  </a:lnTo>
                  <a:lnTo>
                    <a:pt x="12158281" y="33718"/>
                  </a:lnTo>
                  <a:lnTo>
                    <a:pt x="12182951" y="70294"/>
                  </a:lnTo>
                  <a:lnTo>
                    <a:pt x="12192000" y="115062"/>
                  </a:lnTo>
                  <a:lnTo>
                    <a:pt x="12192000" y="575310"/>
                  </a:lnTo>
                  <a:lnTo>
                    <a:pt x="12182951" y="620077"/>
                  </a:lnTo>
                  <a:lnTo>
                    <a:pt x="12158281" y="656653"/>
                  </a:lnTo>
                  <a:lnTo>
                    <a:pt x="12121705" y="681323"/>
                  </a:lnTo>
                  <a:lnTo>
                    <a:pt x="12076938" y="690372"/>
                  </a:lnTo>
                  <a:lnTo>
                    <a:pt x="115067" y="690372"/>
                  </a:lnTo>
                  <a:lnTo>
                    <a:pt x="70277" y="681323"/>
                  </a:lnTo>
                  <a:lnTo>
                    <a:pt x="33702" y="656653"/>
                  </a:lnTo>
                  <a:lnTo>
                    <a:pt x="9042" y="620077"/>
                  </a:lnTo>
                  <a:lnTo>
                    <a:pt x="0" y="575310"/>
                  </a:lnTo>
                  <a:lnTo>
                    <a:pt x="0" y="1150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75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UML</a:t>
            </a:r>
            <a:r>
              <a:rPr spc="-200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8701" y="991615"/>
            <a:ext cx="2533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Use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Case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Diagram: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055" y="1331975"/>
            <a:ext cx="11295888" cy="51038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372" y="1206753"/>
            <a:ext cx="2733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Activity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Diagrams: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4628" y="1444845"/>
            <a:ext cx="7688947" cy="532209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6095" y="173736"/>
            <a:ext cx="12204700" cy="782320"/>
            <a:chOff x="-6095" y="173736"/>
            <a:chExt cx="12204700" cy="782320"/>
          </a:xfrm>
        </p:grpSpPr>
        <p:sp>
          <p:nvSpPr>
            <p:cNvPr id="5" name="object 5"/>
            <p:cNvSpPr/>
            <p:nvPr/>
          </p:nvSpPr>
          <p:spPr>
            <a:xfrm>
              <a:off x="0" y="179832"/>
              <a:ext cx="12192000" cy="769620"/>
            </a:xfrm>
            <a:custGeom>
              <a:avLst/>
              <a:gdLst/>
              <a:ahLst/>
              <a:cxnLst/>
              <a:rect l="l" t="t" r="r" b="b"/>
              <a:pathLst>
                <a:path w="12192000" h="769619">
                  <a:moveTo>
                    <a:pt x="12063730" y="0"/>
                  </a:moveTo>
                  <a:lnTo>
                    <a:pt x="128270" y="0"/>
                  </a:lnTo>
                  <a:lnTo>
                    <a:pt x="78340" y="10076"/>
                  </a:lnTo>
                  <a:lnTo>
                    <a:pt x="37568" y="37560"/>
                  </a:lnTo>
                  <a:lnTo>
                    <a:pt x="10079" y="78331"/>
                  </a:lnTo>
                  <a:lnTo>
                    <a:pt x="0" y="128270"/>
                  </a:lnTo>
                  <a:lnTo>
                    <a:pt x="0" y="641350"/>
                  </a:lnTo>
                  <a:lnTo>
                    <a:pt x="10079" y="691288"/>
                  </a:lnTo>
                  <a:lnTo>
                    <a:pt x="37568" y="732059"/>
                  </a:lnTo>
                  <a:lnTo>
                    <a:pt x="78340" y="759543"/>
                  </a:lnTo>
                  <a:lnTo>
                    <a:pt x="128270" y="769620"/>
                  </a:lnTo>
                  <a:lnTo>
                    <a:pt x="12063730" y="769620"/>
                  </a:lnTo>
                  <a:lnTo>
                    <a:pt x="12113668" y="759543"/>
                  </a:lnTo>
                  <a:lnTo>
                    <a:pt x="12154439" y="732059"/>
                  </a:lnTo>
                  <a:lnTo>
                    <a:pt x="12181923" y="691288"/>
                  </a:lnTo>
                  <a:lnTo>
                    <a:pt x="12192000" y="641350"/>
                  </a:lnTo>
                  <a:lnTo>
                    <a:pt x="12192000" y="128270"/>
                  </a:lnTo>
                  <a:lnTo>
                    <a:pt x="12181923" y="78331"/>
                  </a:lnTo>
                  <a:lnTo>
                    <a:pt x="12154439" y="37560"/>
                  </a:lnTo>
                  <a:lnTo>
                    <a:pt x="12113668" y="10076"/>
                  </a:lnTo>
                  <a:lnTo>
                    <a:pt x="1206373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79832"/>
              <a:ext cx="12192000" cy="769620"/>
            </a:xfrm>
            <a:custGeom>
              <a:avLst/>
              <a:gdLst/>
              <a:ahLst/>
              <a:cxnLst/>
              <a:rect l="l" t="t" r="r" b="b"/>
              <a:pathLst>
                <a:path w="12192000" h="769619">
                  <a:moveTo>
                    <a:pt x="0" y="128270"/>
                  </a:moveTo>
                  <a:lnTo>
                    <a:pt x="10079" y="78331"/>
                  </a:lnTo>
                  <a:lnTo>
                    <a:pt x="37568" y="37560"/>
                  </a:lnTo>
                  <a:lnTo>
                    <a:pt x="78340" y="10076"/>
                  </a:lnTo>
                  <a:lnTo>
                    <a:pt x="128270" y="0"/>
                  </a:lnTo>
                  <a:lnTo>
                    <a:pt x="12063730" y="0"/>
                  </a:lnTo>
                  <a:lnTo>
                    <a:pt x="12113668" y="10076"/>
                  </a:lnTo>
                  <a:lnTo>
                    <a:pt x="12154439" y="37560"/>
                  </a:lnTo>
                  <a:lnTo>
                    <a:pt x="12181923" y="78331"/>
                  </a:lnTo>
                  <a:lnTo>
                    <a:pt x="12192000" y="128270"/>
                  </a:lnTo>
                  <a:lnTo>
                    <a:pt x="12192000" y="641350"/>
                  </a:lnTo>
                  <a:lnTo>
                    <a:pt x="12181923" y="691288"/>
                  </a:lnTo>
                  <a:lnTo>
                    <a:pt x="12154439" y="732059"/>
                  </a:lnTo>
                  <a:lnTo>
                    <a:pt x="12113668" y="759543"/>
                  </a:lnTo>
                  <a:lnTo>
                    <a:pt x="12063730" y="769620"/>
                  </a:lnTo>
                  <a:lnTo>
                    <a:pt x="128270" y="769620"/>
                  </a:lnTo>
                  <a:lnTo>
                    <a:pt x="78340" y="759543"/>
                  </a:lnTo>
                  <a:lnTo>
                    <a:pt x="37568" y="732059"/>
                  </a:lnTo>
                  <a:lnTo>
                    <a:pt x="10079" y="691288"/>
                  </a:lnTo>
                  <a:lnTo>
                    <a:pt x="0" y="641350"/>
                  </a:lnTo>
                  <a:lnTo>
                    <a:pt x="0" y="12827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6230" y="217754"/>
            <a:ext cx="39909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Activity</a:t>
            </a:r>
            <a:r>
              <a:rPr sz="4000" spc="-135" dirty="0"/>
              <a:t> </a:t>
            </a:r>
            <a:r>
              <a:rPr sz="4000" spc="-10" dirty="0"/>
              <a:t>Diagrams</a:t>
            </a:r>
            <a:endParaRPr sz="4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132587"/>
            <a:ext cx="12204700" cy="702945"/>
            <a:chOff x="-6095" y="132587"/>
            <a:chExt cx="12204700" cy="702945"/>
          </a:xfrm>
        </p:grpSpPr>
        <p:sp>
          <p:nvSpPr>
            <p:cNvPr id="3" name="object 3"/>
            <p:cNvSpPr/>
            <p:nvPr/>
          </p:nvSpPr>
          <p:spPr>
            <a:xfrm>
              <a:off x="0" y="138683"/>
              <a:ext cx="12192000" cy="690880"/>
            </a:xfrm>
            <a:custGeom>
              <a:avLst/>
              <a:gdLst/>
              <a:ahLst/>
              <a:cxnLst/>
              <a:rect l="l" t="t" r="r" b="b"/>
              <a:pathLst>
                <a:path w="12192000" h="690880">
                  <a:moveTo>
                    <a:pt x="12076938" y="0"/>
                  </a:moveTo>
                  <a:lnTo>
                    <a:pt x="115067" y="0"/>
                  </a:lnTo>
                  <a:lnTo>
                    <a:pt x="70277" y="9048"/>
                  </a:lnTo>
                  <a:lnTo>
                    <a:pt x="33702" y="33718"/>
                  </a:lnTo>
                  <a:lnTo>
                    <a:pt x="9042" y="70294"/>
                  </a:lnTo>
                  <a:lnTo>
                    <a:pt x="0" y="115062"/>
                  </a:lnTo>
                  <a:lnTo>
                    <a:pt x="0" y="575310"/>
                  </a:lnTo>
                  <a:lnTo>
                    <a:pt x="9042" y="620077"/>
                  </a:lnTo>
                  <a:lnTo>
                    <a:pt x="33702" y="656653"/>
                  </a:lnTo>
                  <a:lnTo>
                    <a:pt x="70277" y="681323"/>
                  </a:lnTo>
                  <a:lnTo>
                    <a:pt x="115067" y="690372"/>
                  </a:lnTo>
                  <a:lnTo>
                    <a:pt x="12076938" y="690372"/>
                  </a:lnTo>
                  <a:lnTo>
                    <a:pt x="12121705" y="681323"/>
                  </a:lnTo>
                  <a:lnTo>
                    <a:pt x="12158281" y="656653"/>
                  </a:lnTo>
                  <a:lnTo>
                    <a:pt x="12182951" y="620077"/>
                  </a:lnTo>
                  <a:lnTo>
                    <a:pt x="12192000" y="575310"/>
                  </a:lnTo>
                  <a:lnTo>
                    <a:pt x="12192000" y="115062"/>
                  </a:lnTo>
                  <a:lnTo>
                    <a:pt x="12182951" y="70294"/>
                  </a:lnTo>
                  <a:lnTo>
                    <a:pt x="12158281" y="33718"/>
                  </a:lnTo>
                  <a:lnTo>
                    <a:pt x="12121705" y="9048"/>
                  </a:lnTo>
                  <a:lnTo>
                    <a:pt x="1207693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8683"/>
              <a:ext cx="12192000" cy="690880"/>
            </a:xfrm>
            <a:custGeom>
              <a:avLst/>
              <a:gdLst/>
              <a:ahLst/>
              <a:cxnLst/>
              <a:rect l="l" t="t" r="r" b="b"/>
              <a:pathLst>
                <a:path w="12192000" h="690880">
                  <a:moveTo>
                    <a:pt x="0" y="115062"/>
                  </a:moveTo>
                  <a:lnTo>
                    <a:pt x="9042" y="70294"/>
                  </a:lnTo>
                  <a:lnTo>
                    <a:pt x="33702" y="33718"/>
                  </a:lnTo>
                  <a:lnTo>
                    <a:pt x="70277" y="9048"/>
                  </a:lnTo>
                  <a:lnTo>
                    <a:pt x="115067" y="0"/>
                  </a:lnTo>
                  <a:lnTo>
                    <a:pt x="12076938" y="0"/>
                  </a:lnTo>
                  <a:lnTo>
                    <a:pt x="12121705" y="9048"/>
                  </a:lnTo>
                  <a:lnTo>
                    <a:pt x="12158281" y="33718"/>
                  </a:lnTo>
                  <a:lnTo>
                    <a:pt x="12182951" y="70294"/>
                  </a:lnTo>
                  <a:lnTo>
                    <a:pt x="12192000" y="115062"/>
                  </a:lnTo>
                  <a:lnTo>
                    <a:pt x="12192000" y="575310"/>
                  </a:lnTo>
                  <a:lnTo>
                    <a:pt x="12182951" y="620077"/>
                  </a:lnTo>
                  <a:lnTo>
                    <a:pt x="12158281" y="656653"/>
                  </a:lnTo>
                  <a:lnTo>
                    <a:pt x="12121705" y="681323"/>
                  </a:lnTo>
                  <a:lnTo>
                    <a:pt x="12076938" y="690372"/>
                  </a:lnTo>
                  <a:lnTo>
                    <a:pt x="115067" y="690372"/>
                  </a:lnTo>
                  <a:lnTo>
                    <a:pt x="70277" y="681323"/>
                  </a:lnTo>
                  <a:lnTo>
                    <a:pt x="33702" y="656653"/>
                  </a:lnTo>
                  <a:lnTo>
                    <a:pt x="9042" y="620077"/>
                  </a:lnTo>
                  <a:lnTo>
                    <a:pt x="0" y="575310"/>
                  </a:lnTo>
                  <a:lnTo>
                    <a:pt x="0" y="1150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">
              <a:lnSpc>
                <a:spcPct val="100000"/>
              </a:lnSpc>
              <a:spcBef>
                <a:spcPts val="100"/>
              </a:spcBef>
            </a:pPr>
            <a:r>
              <a:rPr dirty="0"/>
              <a:t>Expected</a:t>
            </a:r>
            <a:r>
              <a:rPr spc="-145" dirty="0"/>
              <a:t> </a:t>
            </a:r>
            <a:r>
              <a:rPr spc="-10" dirty="0"/>
              <a:t>Outcome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 indent="-133350">
              <a:lnSpc>
                <a:spcPct val="100000"/>
              </a:lnSpc>
              <a:spcBef>
                <a:spcPts val="95"/>
              </a:spcBef>
              <a:buSzPct val="96428"/>
              <a:buChar char="•"/>
              <a:tabLst>
                <a:tab pos="135255" algn="l"/>
              </a:tabLst>
            </a:pPr>
            <a:r>
              <a:rPr b="0" dirty="0">
                <a:latin typeface="Times New Roman"/>
                <a:cs typeface="Times New Roman"/>
              </a:rPr>
              <a:t>Intelligent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web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app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dirty="0"/>
              <a:t>resume</a:t>
            </a:r>
            <a:r>
              <a:rPr spc="-55" dirty="0"/>
              <a:t> </a:t>
            </a: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building</a:t>
            </a:r>
            <a:r>
              <a:rPr b="0" spc="-10" dirty="0">
                <a:latin typeface="Times New Roman"/>
                <a:cs typeface="Times New Roman"/>
              </a:rPr>
              <a:t>.</a:t>
            </a:r>
          </a:p>
          <a:p>
            <a:pPr marL="12700" marR="781685" indent="-10795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b="0" dirty="0">
                <a:latin typeface="Times New Roman"/>
                <a:cs typeface="Times New Roman"/>
              </a:rPr>
              <a:t>	Accurate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dirty="0"/>
              <a:t>resume</a:t>
            </a:r>
            <a:r>
              <a:rPr spc="-50" dirty="0"/>
              <a:t> </a:t>
            </a:r>
            <a:r>
              <a:rPr dirty="0"/>
              <a:t>parsing</a:t>
            </a:r>
            <a:r>
              <a:rPr spc="-40" dirty="0"/>
              <a:t> </a:t>
            </a:r>
            <a:r>
              <a:rPr b="0" dirty="0">
                <a:latin typeface="Times New Roman"/>
                <a:cs typeface="Times New Roman"/>
              </a:rPr>
              <a:t>(skills,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education,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experience extraction).</a:t>
            </a:r>
          </a:p>
          <a:p>
            <a:pPr marL="135255" indent="-133350">
              <a:lnSpc>
                <a:spcPct val="100000"/>
              </a:lnSpc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spc="-40" dirty="0"/>
              <a:t>ATS</a:t>
            </a:r>
            <a:r>
              <a:rPr spc="-80" dirty="0"/>
              <a:t> </a:t>
            </a:r>
            <a:r>
              <a:rPr dirty="0"/>
              <a:t>compliance</a:t>
            </a:r>
            <a:r>
              <a:rPr spc="-85" dirty="0"/>
              <a:t> </a:t>
            </a:r>
            <a:r>
              <a:rPr dirty="0"/>
              <a:t>check</a:t>
            </a:r>
            <a:r>
              <a:rPr spc="-50" dirty="0"/>
              <a:t> </a:t>
            </a:r>
            <a:r>
              <a:rPr b="0" dirty="0">
                <a:latin typeface="Times New Roman"/>
                <a:cs typeface="Times New Roman"/>
              </a:rPr>
              <a:t>with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scoring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system.</a:t>
            </a:r>
          </a:p>
          <a:p>
            <a:pPr marL="135255" indent="-133350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b="0" dirty="0">
                <a:latin typeface="Times New Roman"/>
                <a:cs typeface="Times New Roman"/>
              </a:rPr>
              <a:t>Semantic</a:t>
            </a:r>
            <a:r>
              <a:rPr b="0" spc="-95" dirty="0">
                <a:latin typeface="Times New Roman"/>
                <a:cs typeface="Times New Roman"/>
              </a:rPr>
              <a:t> </a:t>
            </a:r>
            <a:r>
              <a:rPr dirty="0"/>
              <a:t>resume–job</a:t>
            </a:r>
            <a:r>
              <a:rPr spc="-90" dirty="0"/>
              <a:t> </a:t>
            </a:r>
            <a:r>
              <a:rPr dirty="0"/>
              <a:t>description</a:t>
            </a:r>
            <a:r>
              <a:rPr spc="-105" dirty="0"/>
              <a:t> </a:t>
            </a:r>
            <a:r>
              <a:rPr dirty="0"/>
              <a:t>matching</a:t>
            </a:r>
            <a:r>
              <a:rPr spc="-105" dirty="0"/>
              <a:t> </a:t>
            </a:r>
            <a:r>
              <a:rPr b="0" dirty="0">
                <a:latin typeface="Times New Roman"/>
                <a:cs typeface="Times New Roman"/>
              </a:rPr>
              <a:t>using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NLP/AI.</a:t>
            </a:r>
          </a:p>
          <a:p>
            <a:pPr marL="135255" indent="-133350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b="0" spc="-20" dirty="0">
                <a:latin typeface="Times New Roman"/>
                <a:cs typeface="Times New Roman"/>
              </a:rPr>
              <a:t>AI-</a:t>
            </a:r>
            <a:r>
              <a:rPr b="0" dirty="0">
                <a:latin typeface="Times New Roman"/>
                <a:cs typeface="Times New Roman"/>
              </a:rPr>
              <a:t>powered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dirty="0"/>
              <a:t>content</a:t>
            </a:r>
            <a:r>
              <a:rPr spc="-40" dirty="0"/>
              <a:t> </a:t>
            </a:r>
            <a:r>
              <a:rPr dirty="0"/>
              <a:t>suggestions</a:t>
            </a:r>
            <a:r>
              <a:rPr spc="-50" dirty="0"/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professional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phrasing.</a:t>
            </a:r>
          </a:p>
          <a:p>
            <a:pPr marL="135255" indent="-133350">
              <a:lnSpc>
                <a:spcPct val="100000"/>
              </a:lnSpc>
              <a:spcBef>
                <a:spcPts val="5"/>
              </a:spcBef>
              <a:buSzPct val="96428"/>
              <a:buChar char="•"/>
              <a:tabLst>
                <a:tab pos="135255" algn="l"/>
              </a:tabLst>
            </a:pPr>
            <a:r>
              <a:rPr b="0" dirty="0">
                <a:latin typeface="Times New Roman"/>
                <a:cs typeface="Times New Roman"/>
              </a:rPr>
              <a:t>Multiple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spc="-75" dirty="0"/>
              <a:t>ATS-</a:t>
            </a:r>
            <a:r>
              <a:rPr dirty="0"/>
              <a:t>friendly</a:t>
            </a:r>
            <a:r>
              <a:rPr spc="-45" dirty="0"/>
              <a:t> </a:t>
            </a:r>
            <a:r>
              <a:rPr dirty="0"/>
              <a:t>templates</a:t>
            </a:r>
            <a:r>
              <a:rPr spc="-30" dirty="0"/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resume</a:t>
            </a:r>
            <a:r>
              <a:rPr b="0" spc="-4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creation.</a:t>
            </a:r>
          </a:p>
          <a:p>
            <a:pPr marL="135255" indent="-133350">
              <a:lnSpc>
                <a:spcPct val="100000"/>
              </a:lnSpc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dirty="0"/>
              <a:t>Export</a:t>
            </a:r>
            <a:r>
              <a:rPr spc="-75" dirty="0"/>
              <a:t> </a:t>
            </a:r>
            <a:r>
              <a:rPr dirty="0"/>
              <a:t>option</a:t>
            </a:r>
            <a:r>
              <a:rPr spc="-60" dirty="0"/>
              <a:t> </a:t>
            </a:r>
            <a:r>
              <a:rPr b="0" dirty="0">
                <a:latin typeface="Times New Roman"/>
                <a:cs typeface="Times New Roman"/>
              </a:rPr>
              <a:t>in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PDF/DOCX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format.</a:t>
            </a:r>
          </a:p>
          <a:p>
            <a:pPr marL="135255" indent="-133350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b="0" dirty="0">
                <a:latin typeface="Times New Roman"/>
                <a:cs typeface="Times New Roman"/>
              </a:rPr>
              <a:t>Enhanced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dirty="0"/>
              <a:t>employability</a:t>
            </a:r>
            <a:r>
              <a:rPr spc="-9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shortlisting</a:t>
            </a:r>
            <a:r>
              <a:rPr spc="-90" dirty="0"/>
              <a:t> </a:t>
            </a:r>
            <a:r>
              <a:rPr dirty="0"/>
              <a:t>chances</a:t>
            </a:r>
            <a:r>
              <a:rPr spc="-55" dirty="0"/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users</a:t>
            </a:r>
            <a:r>
              <a:rPr sz="2400" b="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132587"/>
            <a:ext cx="12204700" cy="840105"/>
            <a:chOff x="-6095" y="132587"/>
            <a:chExt cx="12204700" cy="840105"/>
          </a:xfrm>
        </p:grpSpPr>
        <p:sp>
          <p:nvSpPr>
            <p:cNvPr id="3" name="object 3"/>
            <p:cNvSpPr/>
            <p:nvPr/>
          </p:nvSpPr>
          <p:spPr>
            <a:xfrm>
              <a:off x="0" y="138683"/>
              <a:ext cx="12192000" cy="828040"/>
            </a:xfrm>
            <a:custGeom>
              <a:avLst/>
              <a:gdLst/>
              <a:ahLst/>
              <a:cxnLst/>
              <a:rect l="l" t="t" r="r" b="b"/>
              <a:pathLst>
                <a:path w="12192000" h="828040">
                  <a:moveTo>
                    <a:pt x="12054078" y="0"/>
                  </a:moveTo>
                  <a:lnTo>
                    <a:pt x="137922" y="0"/>
                  </a:lnTo>
                  <a:lnTo>
                    <a:pt x="94327" y="7028"/>
                  </a:lnTo>
                  <a:lnTo>
                    <a:pt x="56466" y="26602"/>
                  </a:lnTo>
                  <a:lnTo>
                    <a:pt x="26610" y="56455"/>
                  </a:lnTo>
                  <a:lnTo>
                    <a:pt x="7031" y="94317"/>
                  </a:lnTo>
                  <a:lnTo>
                    <a:pt x="0" y="137922"/>
                  </a:lnTo>
                  <a:lnTo>
                    <a:pt x="0" y="689610"/>
                  </a:lnTo>
                  <a:lnTo>
                    <a:pt x="7031" y="733214"/>
                  </a:lnTo>
                  <a:lnTo>
                    <a:pt x="26610" y="771076"/>
                  </a:lnTo>
                  <a:lnTo>
                    <a:pt x="56466" y="800929"/>
                  </a:lnTo>
                  <a:lnTo>
                    <a:pt x="94327" y="820503"/>
                  </a:lnTo>
                  <a:lnTo>
                    <a:pt x="137922" y="827532"/>
                  </a:lnTo>
                  <a:lnTo>
                    <a:pt x="12054078" y="827532"/>
                  </a:lnTo>
                  <a:lnTo>
                    <a:pt x="12097682" y="820503"/>
                  </a:lnTo>
                  <a:lnTo>
                    <a:pt x="12135544" y="800929"/>
                  </a:lnTo>
                  <a:lnTo>
                    <a:pt x="12165397" y="771076"/>
                  </a:lnTo>
                  <a:lnTo>
                    <a:pt x="12184971" y="733214"/>
                  </a:lnTo>
                  <a:lnTo>
                    <a:pt x="12192000" y="689610"/>
                  </a:lnTo>
                  <a:lnTo>
                    <a:pt x="12192000" y="137922"/>
                  </a:lnTo>
                  <a:lnTo>
                    <a:pt x="12184971" y="94317"/>
                  </a:lnTo>
                  <a:lnTo>
                    <a:pt x="12165397" y="56455"/>
                  </a:lnTo>
                  <a:lnTo>
                    <a:pt x="12135544" y="26602"/>
                  </a:lnTo>
                  <a:lnTo>
                    <a:pt x="12097682" y="7028"/>
                  </a:lnTo>
                  <a:lnTo>
                    <a:pt x="1205407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8683"/>
              <a:ext cx="12192000" cy="828040"/>
            </a:xfrm>
            <a:custGeom>
              <a:avLst/>
              <a:gdLst/>
              <a:ahLst/>
              <a:cxnLst/>
              <a:rect l="l" t="t" r="r" b="b"/>
              <a:pathLst>
                <a:path w="12192000" h="828040">
                  <a:moveTo>
                    <a:pt x="0" y="137922"/>
                  </a:moveTo>
                  <a:lnTo>
                    <a:pt x="7031" y="94317"/>
                  </a:lnTo>
                  <a:lnTo>
                    <a:pt x="26610" y="56455"/>
                  </a:lnTo>
                  <a:lnTo>
                    <a:pt x="56466" y="26602"/>
                  </a:lnTo>
                  <a:lnTo>
                    <a:pt x="94327" y="7028"/>
                  </a:lnTo>
                  <a:lnTo>
                    <a:pt x="137922" y="0"/>
                  </a:lnTo>
                  <a:lnTo>
                    <a:pt x="12054078" y="0"/>
                  </a:lnTo>
                  <a:lnTo>
                    <a:pt x="12097682" y="7028"/>
                  </a:lnTo>
                  <a:lnTo>
                    <a:pt x="12135544" y="26602"/>
                  </a:lnTo>
                  <a:lnTo>
                    <a:pt x="12165397" y="56455"/>
                  </a:lnTo>
                  <a:lnTo>
                    <a:pt x="12184971" y="94317"/>
                  </a:lnTo>
                  <a:lnTo>
                    <a:pt x="12192000" y="137922"/>
                  </a:lnTo>
                  <a:lnTo>
                    <a:pt x="12192000" y="689610"/>
                  </a:lnTo>
                  <a:lnTo>
                    <a:pt x="12184971" y="733214"/>
                  </a:lnTo>
                  <a:lnTo>
                    <a:pt x="12165397" y="771076"/>
                  </a:lnTo>
                  <a:lnTo>
                    <a:pt x="12135544" y="800929"/>
                  </a:lnTo>
                  <a:lnTo>
                    <a:pt x="12097682" y="820503"/>
                  </a:lnTo>
                  <a:lnTo>
                    <a:pt x="12054078" y="827532"/>
                  </a:lnTo>
                  <a:lnTo>
                    <a:pt x="137922" y="827532"/>
                  </a:lnTo>
                  <a:lnTo>
                    <a:pt x="94327" y="820503"/>
                  </a:lnTo>
                  <a:lnTo>
                    <a:pt x="56466" y="800929"/>
                  </a:lnTo>
                  <a:lnTo>
                    <a:pt x="26610" y="771076"/>
                  </a:lnTo>
                  <a:lnTo>
                    <a:pt x="7031" y="733214"/>
                  </a:lnTo>
                  <a:lnTo>
                    <a:pt x="0" y="689610"/>
                  </a:lnTo>
                  <a:lnTo>
                    <a:pt x="0" y="13792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9278" y="187832"/>
            <a:ext cx="33578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Timeline</a:t>
            </a:r>
            <a:r>
              <a:rPr sz="4000" spc="-200" dirty="0"/>
              <a:t> </a:t>
            </a:r>
            <a:r>
              <a:rPr sz="4000" spc="-10" dirty="0"/>
              <a:t>Chart</a:t>
            </a:r>
            <a:endParaRPr sz="40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1511" y="1578863"/>
            <a:ext cx="7924800" cy="43715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109728"/>
            <a:ext cx="12204700" cy="791210"/>
            <a:chOff x="-6095" y="109728"/>
            <a:chExt cx="12204700" cy="791210"/>
          </a:xfrm>
        </p:grpSpPr>
        <p:sp>
          <p:nvSpPr>
            <p:cNvPr id="3" name="object 3"/>
            <p:cNvSpPr/>
            <p:nvPr/>
          </p:nvSpPr>
          <p:spPr>
            <a:xfrm>
              <a:off x="0" y="115824"/>
              <a:ext cx="12192000" cy="779145"/>
            </a:xfrm>
            <a:custGeom>
              <a:avLst/>
              <a:gdLst/>
              <a:ahLst/>
              <a:cxnLst/>
              <a:rect l="l" t="t" r="r" b="b"/>
              <a:pathLst>
                <a:path w="12192000" h="779144">
                  <a:moveTo>
                    <a:pt x="12062206" y="0"/>
                  </a:moveTo>
                  <a:lnTo>
                    <a:pt x="129794" y="0"/>
                  </a:lnTo>
                  <a:lnTo>
                    <a:pt x="79273" y="10207"/>
                  </a:lnTo>
                  <a:lnTo>
                    <a:pt x="38016" y="38036"/>
                  </a:lnTo>
                  <a:lnTo>
                    <a:pt x="10200" y="79295"/>
                  </a:lnTo>
                  <a:lnTo>
                    <a:pt x="0" y="129794"/>
                  </a:lnTo>
                  <a:lnTo>
                    <a:pt x="0" y="648970"/>
                  </a:lnTo>
                  <a:lnTo>
                    <a:pt x="10200" y="699468"/>
                  </a:lnTo>
                  <a:lnTo>
                    <a:pt x="38016" y="740727"/>
                  </a:lnTo>
                  <a:lnTo>
                    <a:pt x="79273" y="768556"/>
                  </a:lnTo>
                  <a:lnTo>
                    <a:pt x="129794" y="778763"/>
                  </a:lnTo>
                  <a:lnTo>
                    <a:pt x="12062206" y="778763"/>
                  </a:lnTo>
                  <a:lnTo>
                    <a:pt x="12112704" y="768556"/>
                  </a:lnTo>
                  <a:lnTo>
                    <a:pt x="12153963" y="740727"/>
                  </a:lnTo>
                  <a:lnTo>
                    <a:pt x="12181792" y="699468"/>
                  </a:lnTo>
                  <a:lnTo>
                    <a:pt x="12192000" y="648970"/>
                  </a:lnTo>
                  <a:lnTo>
                    <a:pt x="12192000" y="129794"/>
                  </a:lnTo>
                  <a:lnTo>
                    <a:pt x="12181792" y="79295"/>
                  </a:lnTo>
                  <a:lnTo>
                    <a:pt x="12153963" y="38036"/>
                  </a:lnTo>
                  <a:lnTo>
                    <a:pt x="12112704" y="10207"/>
                  </a:lnTo>
                  <a:lnTo>
                    <a:pt x="1206220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15824"/>
              <a:ext cx="12192000" cy="779145"/>
            </a:xfrm>
            <a:custGeom>
              <a:avLst/>
              <a:gdLst/>
              <a:ahLst/>
              <a:cxnLst/>
              <a:rect l="l" t="t" r="r" b="b"/>
              <a:pathLst>
                <a:path w="12192000" h="779144">
                  <a:moveTo>
                    <a:pt x="0" y="129794"/>
                  </a:moveTo>
                  <a:lnTo>
                    <a:pt x="10200" y="79295"/>
                  </a:lnTo>
                  <a:lnTo>
                    <a:pt x="38016" y="38036"/>
                  </a:lnTo>
                  <a:lnTo>
                    <a:pt x="79273" y="10207"/>
                  </a:lnTo>
                  <a:lnTo>
                    <a:pt x="129794" y="0"/>
                  </a:lnTo>
                  <a:lnTo>
                    <a:pt x="12062206" y="0"/>
                  </a:lnTo>
                  <a:lnTo>
                    <a:pt x="12112704" y="10207"/>
                  </a:lnTo>
                  <a:lnTo>
                    <a:pt x="12153963" y="38036"/>
                  </a:lnTo>
                  <a:lnTo>
                    <a:pt x="12181792" y="79295"/>
                  </a:lnTo>
                  <a:lnTo>
                    <a:pt x="12192000" y="129794"/>
                  </a:lnTo>
                  <a:lnTo>
                    <a:pt x="12192000" y="648970"/>
                  </a:lnTo>
                  <a:lnTo>
                    <a:pt x="12181792" y="699468"/>
                  </a:lnTo>
                  <a:lnTo>
                    <a:pt x="12153963" y="740727"/>
                  </a:lnTo>
                  <a:lnTo>
                    <a:pt x="12112704" y="768556"/>
                  </a:lnTo>
                  <a:lnTo>
                    <a:pt x="12062206" y="778763"/>
                  </a:lnTo>
                  <a:lnTo>
                    <a:pt x="129794" y="778763"/>
                  </a:lnTo>
                  <a:lnTo>
                    <a:pt x="79273" y="768556"/>
                  </a:lnTo>
                  <a:lnTo>
                    <a:pt x="38016" y="740727"/>
                  </a:lnTo>
                  <a:lnTo>
                    <a:pt x="10200" y="699468"/>
                  </a:lnTo>
                  <a:lnTo>
                    <a:pt x="0" y="648970"/>
                  </a:lnTo>
                  <a:lnTo>
                    <a:pt x="0" y="12979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Conclusion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823366" y="1038605"/>
            <a:ext cx="8403590" cy="5147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0645" indent="-10795">
              <a:lnSpc>
                <a:spcPct val="100000"/>
              </a:lnSpc>
              <a:spcBef>
                <a:spcPts val="95"/>
              </a:spcBef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	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AI-</a:t>
            </a:r>
            <a:r>
              <a:rPr sz="2800" b="1" dirty="0">
                <a:latin typeface="Times New Roman"/>
                <a:cs typeface="Times New Roman"/>
              </a:rPr>
              <a:t>powered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solution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resume </a:t>
            </a:r>
            <a:r>
              <a:rPr sz="2800" dirty="0">
                <a:latin typeface="Times New Roman"/>
                <a:cs typeface="Times New Roman"/>
              </a:rPr>
              <a:t>analysis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building.</a:t>
            </a:r>
            <a:endParaRPr sz="2800">
              <a:latin typeface="Times New Roman"/>
              <a:cs typeface="Times New Roman"/>
            </a:endParaRPr>
          </a:p>
          <a:p>
            <a:pPr marL="12700" marR="5080" indent="-10795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	Ensures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b="1" spc="-40" dirty="0">
                <a:latin typeface="Times New Roman"/>
                <a:cs typeface="Times New Roman"/>
              </a:rPr>
              <a:t>ATS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compatibility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better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alignment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job </a:t>
            </a:r>
            <a:r>
              <a:rPr sz="2800" spc="-10" dirty="0">
                <a:latin typeface="Times New Roman"/>
                <a:cs typeface="Times New Roman"/>
              </a:rPr>
              <a:t>descriptions.</a:t>
            </a:r>
            <a:endParaRPr sz="2800">
              <a:latin typeface="Times New Roman"/>
              <a:cs typeface="Times New Roman"/>
            </a:endParaRPr>
          </a:p>
          <a:p>
            <a:pPr marL="12700" marR="1427480" indent="-10795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	Reduces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recruiter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workload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automated screening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12700" marR="132080" indent="-10795">
              <a:lnSpc>
                <a:spcPct val="100000"/>
              </a:lnSpc>
              <a:spcBef>
                <a:spcPts val="5"/>
              </a:spcBef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	Offers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personalized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recommendations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professional </a:t>
            </a:r>
            <a:r>
              <a:rPr sz="2800" dirty="0">
                <a:latin typeface="Times New Roman"/>
                <a:cs typeface="Times New Roman"/>
              </a:rPr>
              <a:t>resume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templates.</a:t>
            </a:r>
            <a:endParaRPr sz="2800">
              <a:latin typeface="Times New Roman"/>
              <a:cs typeface="Times New Roman"/>
            </a:endParaRPr>
          </a:p>
          <a:p>
            <a:pPr marL="12700" marR="1296035" indent="-10795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	Enhances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job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seekers’</a:t>
            </a:r>
            <a:r>
              <a:rPr sz="2800" spc="-1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chances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shortlisting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competitive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markets.</a:t>
            </a:r>
            <a:endParaRPr sz="2800">
              <a:latin typeface="Times New Roman"/>
              <a:cs typeface="Times New Roman"/>
            </a:endParaRPr>
          </a:p>
          <a:p>
            <a:pPr marL="12700" marR="209550" indent="-10795">
              <a:lnSpc>
                <a:spcPts val="3370"/>
              </a:lnSpc>
              <a:spcBef>
                <a:spcPts val="95"/>
              </a:spcBef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Times New Roman"/>
                <a:cs typeface="Times New Roman"/>
              </a:rPr>
              <a:t>	Demonstrates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effective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integration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of</a:t>
            </a:r>
            <a:r>
              <a:rPr sz="2800" b="1" spc="-1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AI,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NLP,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and </a:t>
            </a:r>
            <a:r>
              <a:rPr sz="2800" b="1" dirty="0">
                <a:latin typeface="Times New Roman"/>
                <a:cs typeface="Times New Roman"/>
              </a:rPr>
              <a:t>web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technologies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99060"/>
            <a:ext cx="12204700" cy="702945"/>
            <a:chOff x="-6095" y="99060"/>
            <a:chExt cx="12204700" cy="702945"/>
          </a:xfrm>
        </p:grpSpPr>
        <p:sp>
          <p:nvSpPr>
            <p:cNvPr id="3" name="object 3"/>
            <p:cNvSpPr/>
            <p:nvPr/>
          </p:nvSpPr>
          <p:spPr>
            <a:xfrm>
              <a:off x="0" y="105156"/>
              <a:ext cx="12192000" cy="690880"/>
            </a:xfrm>
            <a:custGeom>
              <a:avLst/>
              <a:gdLst/>
              <a:ahLst/>
              <a:cxnLst/>
              <a:rect l="l" t="t" r="r" b="b"/>
              <a:pathLst>
                <a:path w="12192000" h="690880">
                  <a:moveTo>
                    <a:pt x="12076938" y="0"/>
                  </a:moveTo>
                  <a:lnTo>
                    <a:pt x="115067" y="0"/>
                  </a:lnTo>
                  <a:lnTo>
                    <a:pt x="70277" y="9048"/>
                  </a:lnTo>
                  <a:lnTo>
                    <a:pt x="33702" y="33718"/>
                  </a:lnTo>
                  <a:lnTo>
                    <a:pt x="9042" y="70294"/>
                  </a:lnTo>
                  <a:lnTo>
                    <a:pt x="0" y="115062"/>
                  </a:lnTo>
                  <a:lnTo>
                    <a:pt x="0" y="575310"/>
                  </a:lnTo>
                  <a:lnTo>
                    <a:pt x="9042" y="620077"/>
                  </a:lnTo>
                  <a:lnTo>
                    <a:pt x="33702" y="656653"/>
                  </a:lnTo>
                  <a:lnTo>
                    <a:pt x="70277" y="681323"/>
                  </a:lnTo>
                  <a:lnTo>
                    <a:pt x="115067" y="690372"/>
                  </a:lnTo>
                  <a:lnTo>
                    <a:pt x="12076938" y="690372"/>
                  </a:lnTo>
                  <a:lnTo>
                    <a:pt x="12121705" y="681323"/>
                  </a:lnTo>
                  <a:lnTo>
                    <a:pt x="12158281" y="656653"/>
                  </a:lnTo>
                  <a:lnTo>
                    <a:pt x="12182951" y="620077"/>
                  </a:lnTo>
                  <a:lnTo>
                    <a:pt x="12192000" y="575310"/>
                  </a:lnTo>
                  <a:lnTo>
                    <a:pt x="12192000" y="115062"/>
                  </a:lnTo>
                  <a:lnTo>
                    <a:pt x="12182951" y="70294"/>
                  </a:lnTo>
                  <a:lnTo>
                    <a:pt x="12158281" y="33718"/>
                  </a:lnTo>
                  <a:lnTo>
                    <a:pt x="12121705" y="9048"/>
                  </a:lnTo>
                  <a:lnTo>
                    <a:pt x="1207693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156"/>
              <a:ext cx="12192000" cy="690880"/>
            </a:xfrm>
            <a:custGeom>
              <a:avLst/>
              <a:gdLst/>
              <a:ahLst/>
              <a:cxnLst/>
              <a:rect l="l" t="t" r="r" b="b"/>
              <a:pathLst>
                <a:path w="12192000" h="690880">
                  <a:moveTo>
                    <a:pt x="0" y="115062"/>
                  </a:moveTo>
                  <a:lnTo>
                    <a:pt x="9042" y="70294"/>
                  </a:lnTo>
                  <a:lnTo>
                    <a:pt x="33702" y="33718"/>
                  </a:lnTo>
                  <a:lnTo>
                    <a:pt x="70277" y="9048"/>
                  </a:lnTo>
                  <a:lnTo>
                    <a:pt x="115067" y="0"/>
                  </a:lnTo>
                  <a:lnTo>
                    <a:pt x="12076938" y="0"/>
                  </a:lnTo>
                  <a:lnTo>
                    <a:pt x="12121705" y="9048"/>
                  </a:lnTo>
                  <a:lnTo>
                    <a:pt x="12158281" y="33718"/>
                  </a:lnTo>
                  <a:lnTo>
                    <a:pt x="12182951" y="70294"/>
                  </a:lnTo>
                  <a:lnTo>
                    <a:pt x="12192000" y="115062"/>
                  </a:lnTo>
                  <a:lnTo>
                    <a:pt x="12192000" y="575310"/>
                  </a:lnTo>
                  <a:lnTo>
                    <a:pt x="12182951" y="620077"/>
                  </a:lnTo>
                  <a:lnTo>
                    <a:pt x="12158281" y="656653"/>
                  </a:lnTo>
                  <a:lnTo>
                    <a:pt x="12121705" y="681323"/>
                  </a:lnTo>
                  <a:lnTo>
                    <a:pt x="12076938" y="690372"/>
                  </a:lnTo>
                  <a:lnTo>
                    <a:pt x="115067" y="690372"/>
                  </a:lnTo>
                  <a:lnTo>
                    <a:pt x="70277" y="681323"/>
                  </a:lnTo>
                  <a:lnTo>
                    <a:pt x="33702" y="656653"/>
                  </a:lnTo>
                  <a:lnTo>
                    <a:pt x="9042" y="620077"/>
                  </a:lnTo>
                  <a:lnTo>
                    <a:pt x="0" y="575310"/>
                  </a:lnTo>
                  <a:lnTo>
                    <a:pt x="0" y="11506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2490" y="965962"/>
            <a:ext cx="9451975" cy="5208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826135" indent="-9525">
              <a:lnSpc>
                <a:spcPct val="100000"/>
              </a:lnSpc>
              <a:spcBef>
                <a:spcPts val="105"/>
              </a:spcBef>
              <a:buSzPct val="95000"/>
              <a:buChar char="•"/>
              <a:tabLst>
                <a:tab pos="100330" algn="l"/>
              </a:tabLst>
            </a:pPr>
            <a:r>
              <a:rPr sz="2000" spc="-10" dirty="0">
                <a:latin typeface="Times New Roman"/>
                <a:cs typeface="Times New Roman"/>
              </a:rPr>
              <a:t>	Rosenberger,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(2025).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CareerBERT: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Matching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Resumes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to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ESCO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Jobs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2000" i="1" spc="-10" dirty="0">
                <a:latin typeface="Times New Roman"/>
                <a:cs typeface="Times New Roman"/>
              </a:rPr>
              <a:t> Shared </a:t>
            </a:r>
            <a:r>
              <a:rPr sz="2000" i="1" dirty="0">
                <a:latin typeface="Times New Roman"/>
                <a:cs typeface="Times New Roman"/>
              </a:rPr>
              <a:t>Embedding</a:t>
            </a:r>
            <a:r>
              <a:rPr sz="2000" i="1" spc="-7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Space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Elsevier,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ScienceDirect.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Bevara,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R.V.K.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(2025).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i="1" spc="-20" dirty="0">
                <a:latin typeface="Times New Roman"/>
                <a:cs typeface="Times New Roman"/>
              </a:rPr>
              <a:t>Resume2Vec: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Transforming</a:t>
            </a:r>
            <a:r>
              <a:rPr sz="2000" i="1" spc="-9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Applicant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Tracking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Systems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MDPI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Electronics.</a:t>
            </a:r>
            <a:endParaRPr sz="2000">
              <a:latin typeface="Times New Roman"/>
              <a:cs typeface="Times New Roman"/>
            </a:endParaRPr>
          </a:p>
          <a:p>
            <a:pPr marL="12700" marR="647065" indent="-952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	Thatavarthi,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G.S.,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Sai,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S.K.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(2023).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Automated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Resume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Parsing:</a:t>
            </a:r>
            <a:r>
              <a:rPr sz="2000" i="1" spc="-8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Natural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Language Processing</a:t>
            </a:r>
            <a:r>
              <a:rPr sz="2000" i="1" spc="-8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Approach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IEEE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CSITSS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Conference.</a:t>
            </a:r>
            <a:endParaRPr sz="2000">
              <a:latin typeface="Times New Roman"/>
              <a:cs typeface="Times New Roman"/>
            </a:endParaRPr>
          </a:p>
          <a:p>
            <a:pPr marL="12700" marR="5080" indent="-9525">
              <a:lnSpc>
                <a:spcPct val="100000"/>
              </a:lnSpc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000" i="1" dirty="0">
                <a:latin typeface="Times New Roman"/>
                <a:cs typeface="Times New Roman"/>
              </a:rPr>
              <a:t>	Enhanced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Resume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Screening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for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Smart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Hiring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Using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S-BERT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Science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Information </a:t>
            </a:r>
            <a:r>
              <a:rPr sz="2000" dirty="0">
                <a:latin typeface="Times New Roman"/>
                <a:cs typeface="Times New Roman"/>
              </a:rPr>
              <a:t>Association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(TheSAI),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2024.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IOSR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Journals.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(2025).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Comparison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Models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for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Resume–Job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Description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Matching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i="1" dirty="0">
                <a:latin typeface="Times New Roman"/>
                <a:cs typeface="Times New Roman"/>
              </a:rPr>
              <a:t>Using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20" dirty="0">
                <a:latin typeface="Times New Roman"/>
                <a:cs typeface="Times New Roman"/>
              </a:rPr>
              <a:t>BERT</a:t>
            </a:r>
            <a:r>
              <a:rPr sz="2000" spc="-2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000" i="1" dirty="0">
                <a:latin typeface="Times New Roman"/>
                <a:cs typeface="Times New Roman"/>
              </a:rPr>
              <a:t>AI Hiring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with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LLMs: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Context-</a:t>
            </a:r>
            <a:r>
              <a:rPr sz="2000" i="1" spc="-35" dirty="0">
                <a:latin typeface="Times New Roman"/>
                <a:cs typeface="Times New Roman"/>
              </a:rPr>
              <a:t>Aware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and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Explainable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Framework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arXiv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Preprint,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2025.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IJFMR.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(2024).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NLP-</a:t>
            </a:r>
            <a:r>
              <a:rPr sz="2000" i="1" dirty="0">
                <a:latin typeface="Times New Roman"/>
                <a:cs typeface="Times New Roman"/>
              </a:rPr>
              <a:t>Powered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Resume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Matching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for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Recruitment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sz="2000" spc="-50" dirty="0">
                <a:latin typeface="Times New Roman"/>
                <a:cs typeface="Times New Roman"/>
              </a:rPr>
              <a:t>IJESAT.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(2024).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AI-Based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Resume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Shortlisting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Using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Machine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Learning</a:t>
            </a:r>
            <a:r>
              <a:rPr sz="2000" i="1" spc="-8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Approaches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sz="2000" dirty="0">
                <a:latin typeface="Times New Roman"/>
                <a:cs typeface="Times New Roman"/>
              </a:rPr>
              <a:t>Stanford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CS224n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Report.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(2023).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Document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Matching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for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Job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Descriptions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Using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i="1" spc="-10" dirty="0">
                <a:latin typeface="Times New Roman"/>
                <a:cs typeface="Times New Roman"/>
              </a:rPr>
              <a:t>Embeddings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marR="97155" indent="-9525">
              <a:lnSpc>
                <a:spcPct val="100000"/>
              </a:lnSpc>
              <a:buSzPct val="95000"/>
              <a:buChar char="•"/>
              <a:tabLst>
                <a:tab pos="100330" algn="l"/>
              </a:tabLst>
            </a:pPr>
            <a:r>
              <a:rPr sz="2000" spc="-25" dirty="0">
                <a:latin typeface="Times New Roman"/>
                <a:cs typeface="Times New Roman"/>
              </a:rPr>
              <a:t>	TechRxiv.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(2024).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Analyzing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Job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Matching</a:t>
            </a:r>
            <a:r>
              <a:rPr sz="2000" i="1" spc="-8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Algorithms:</a:t>
            </a:r>
            <a:r>
              <a:rPr sz="2000" i="1" spc="-10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Comparative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Study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BERT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and </a:t>
            </a:r>
            <a:r>
              <a:rPr sz="2000" i="1" dirty="0">
                <a:latin typeface="Times New Roman"/>
                <a:cs typeface="Times New Roman"/>
              </a:rPr>
              <a:t>Lightweight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Models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6075" y="2526919"/>
            <a:ext cx="43808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000000"/>
                </a:solidFill>
              </a:rPr>
              <a:t>Thank</a:t>
            </a:r>
            <a:r>
              <a:rPr sz="6000" spc="-254" dirty="0">
                <a:solidFill>
                  <a:srgbClr val="000000"/>
                </a:solidFill>
              </a:rPr>
              <a:t> </a:t>
            </a:r>
            <a:r>
              <a:rPr sz="6000" spc="-665" dirty="0">
                <a:solidFill>
                  <a:srgbClr val="000000"/>
                </a:solidFill>
              </a:rPr>
              <a:t>Y</a:t>
            </a:r>
            <a:r>
              <a:rPr sz="6000" spc="10" dirty="0">
                <a:solidFill>
                  <a:srgbClr val="000000"/>
                </a:solidFill>
              </a:rPr>
              <a:t>ou…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951</Words>
  <Application>Microsoft Office PowerPoint</Application>
  <PresentationFormat>Widescreen</PresentationFormat>
  <Paragraphs>268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 MT</vt:lpstr>
      <vt:lpstr>Times New Roman</vt:lpstr>
      <vt:lpstr>Office Theme</vt:lpstr>
      <vt:lpstr>DKSS Dattakala Group of Institutions Faculty of Engineering</vt:lpstr>
      <vt:lpstr>CoAnGtEeNnDtsA</vt:lpstr>
      <vt:lpstr>Contents</vt:lpstr>
      <vt:lpstr>C• onAtGeEnNtDsA</vt:lpstr>
      <vt:lpstr>InAtrGoEdNuDcAtion</vt:lpstr>
      <vt:lpstr>Rationale</vt:lpstr>
      <vt:lpstr>LiAteGrEaNtDuAre Review</vt:lpstr>
      <vt:lpstr>Problem Statement</vt:lpstr>
      <vt:lpstr>ObAjGeEcNtiDvAes</vt:lpstr>
      <vt:lpstr>System Requirements</vt:lpstr>
      <vt:lpstr>Feasibility and Scope</vt:lpstr>
      <vt:lpstr>Risk Identified</vt:lpstr>
      <vt:lpstr>Back-up</vt:lpstr>
      <vt:lpstr>Proposed Methodology</vt:lpstr>
      <vt:lpstr>Algorithm:</vt:lpstr>
      <vt:lpstr>PowerPoint Presentation</vt:lpstr>
      <vt:lpstr>UML Diagrams</vt:lpstr>
      <vt:lpstr>Activity Diagrams</vt:lpstr>
      <vt:lpstr>Expected Outcome</vt:lpstr>
      <vt:lpstr>Timeline Chart</vt:lpstr>
      <vt:lpstr>Conclusion</vt:lpstr>
      <vt:lpstr>References</vt:lpstr>
      <vt:lpstr>Thank You…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KJCOMP</dc:creator>
  <cp:lastModifiedBy>Microsoft account</cp:lastModifiedBy>
  <cp:revision>1</cp:revision>
  <dcterms:created xsi:type="dcterms:W3CDTF">2025-10-10T14:49:32Z</dcterms:created>
  <dcterms:modified xsi:type="dcterms:W3CDTF">2025-11-06T17:41:05Z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2025-10-10T00:00:00Z</vt:filetime>
  </property>
  <property fmtid="{D5CDD505-2E9C-101B-9397-08002B2CF9AE}" pid="5" name="Producer">
    <vt:lpwstr>Microsoft® PowerPoint® 2013</vt:lpwstr>
  </property>
</Properties>
</file>